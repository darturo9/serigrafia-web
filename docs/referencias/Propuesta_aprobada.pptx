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d08893fd54f95" /><Relationship Type="http://schemas.openxmlformats.org/officeDocument/2006/relationships/extended-properties" Target="/docProps/app.xml" Id="R656fb5a4ea7e48f8" /><Relationship Type="http://schemas.openxmlformats.org/officeDocument/2006/relationships/officeDocument" Target="/ppt/presentation.xml" Id="R18109c7b020b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29325f288e4e45"/>
  </p:sldMasterIdLst>
  <p:notesMasterIdLst>
    <p:notesMasterId xmlns:r="http://schemas.openxmlformats.org/officeDocument/2006/relationships" r:id="R5bef6c1f1f784204"/>
  </p:notesMasterIdLst>
  <p:sldIdLst>
    <p:sldId xmlns:r="http://schemas.openxmlformats.org/officeDocument/2006/relationships" id="256" r:id="R7b2de09222174715"/>
    <p:sldId xmlns:r="http://schemas.openxmlformats.org/officeDocument/2006/relationships" id="257" r:id="Re6043ea0a5964fa4"/>
    <p:sldId xmlns:r="http://schemas.openxmlformats.org/officeDocument/2006/relationships" id="258" r:id="Reff65d1e766a4151"/>
    <p:sldId xmlns:r="http://schemas.openxmlformats.org/officeDocument/2006/relationships" id="259" r:id="Rde171956d323487c"/>
    <p:sldId xmlns:r="http://schemas.openxmlformats.org/officeDocument/2006/relationships" id="260" r:id="R792d2b598d7c4d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cfb2ba4a714c46" /><Relationship Type="http://schemas.openxmlformats.org/officeDocument/2006/relationships/slideMaster" Target="/ppt/slideMasters/slideMaster1.xml" Id="R5629325f288e4e45" /><Relationship Type="http://schemas.openxmlformats.org/officeDocument/2006/relationships/notesMaster" Target="/ppt/notesMasters/notesMaster1.xml" Id="R5bef6c1f1f784204" /><Relationship Type="http://schemas.openxmlformats.org/officeDocument/2006/relationships/presProps" Target="/ppt/presProps.xml" Id="Re3f71f96c81e4d09" /><Relationship Type="http://schemas.openxmlformats.org/officeDocument/2006/relationships/tableStyles" Target="/ppt/tableStyles.xml" Id="R13630dea834f40b9" /><Relationship Type="http://schemas.openxmlformats.org/officeDocument/2006/relationships/slide" Target="/ppt/slides/slide1.xml" Id="R7b2de09222174715" /><Relationship Type="http://schemas.openxmlformats.org/officeDocument/2006/relationships/slide" Target="/ppt/slides/slide2.xml" Id="Re6043ea0a5964fa4" /><Relationship Type="http://schemas.openxmlformats.org/officeDocument/2006/relationships/slide" Target="/ppt/slides/slide3.xml" Id="Reff65d1e766a4151" /><Relationship Type="http://schemas.openxmlformats.org/officeDocument/2006/relationships/slide" Target="/ppt/slides/slide4.xml" Id="Rde171956d323487c" /><Relationship Type="http://schemas.openxmlformats.org/officeDocument/2006/relationships/slide" Target="/ppt/slides/slide5.xml" Id="R792d2b598d7c4d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054b74f1d4c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44d25312b45ea" /><Relationship Type="http://schemas.openxmlformats.org/officeDocument/2006/relationships/notesMaster" Target="/ppt/notesMasters/notesMaster1.xml" Id="R5d30505c75c146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2c1b09e994443" /><Relationship Type="http://schemas.openxmlformats.org/officeDocument/2006/relationships/notesMaster" Target="/ppt/notesMasters/notesMaster1.xml" Id="R4fdb910d568a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99aa28f441455b" /><Relationship Type="http://schemas.openxmlformats.org/officeDocument/2006/relationships/notesMaster" Target="/ppt/notesMasters/notesMaster1.xml" Id="R76fa34b62fbe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b13b9166b45ae" /><Relationship Type="http://schemas.openxmlformats.org/officeDocument/2006/relationships/notesMaster" Target="/ppt/notesMasters/notesMaster1.xml" Id="R9299cd09dc29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029f50ca8401a" /><Relationship Type="http://schemas.openxmlformats.org/officeDocument/2006/relationships/notesMaster" Target="/ppt/notesMasters/notesMaster1.xml" Id="R7cb07456684841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PDF proporcionado por el usuario, /Users/danilo/Downloads/Pagina web.pdf, secciones 4.1 a 4.5. Imagen con el resultado esperado y mensajes de Marielos compartidos en esta conversación el 7 de octubre de 2026. Las funciones y condiciones de esta presentación son una propuesta pendiente de aprobación.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PDF proporcionado por el usuario, /Users/danilo/Downloads/Pagina web.pdf, secciones 4.1 a 4.5. Imagen con el resultado esperado y mensajes de Marielos compartidos en esta conversación el 7 de octubre de 2026. Las funciones y condiciones de esta presentación son una propuesta pendiente de aprobación.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PDF proporcionado por el usuario, /Users/danilo/Downloads/Pagina web.pdf, secciones 4.1 a 4.5. Imagen con el resultado esperado y mensajes de Marielos compartidos en esta conversación el 7 de octubre de 2026. Las funciones y condiciones de esta presentación son una propuesta pendiente de aprobación.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PDF proporcionado por el usuario, /Users/danilo/Downloads/Pagina web.pdf, secciones 4.1 a 4.5. Imagen con el resultado esperado y mensajes de Marielos compartidos en esta conversación el 7 de octubre de 2026. Las funciones y condiciones de esta presentación son una propuesta pendiente de aprobación.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PDF proporcionado por el usuario, /Users/danilo/Downloads/Pagina web.pdf, secciones 4.1 a 4.5. Imagen con el resultado esperado y mensajes de Marielos compartidos en esta conversación el 7 de octubre de 2026. Las funciones y condiciones de esta presentación son una propuesta pendiente de aprobación. El costo de publicación y renovación está pendiente de confirmar. Las funciones son una propuesta, no resultados implementados. La entrega objetivo depende de los materiales y la revisión. La imagen compartida asigna a Roger la publicación, después de la confirmación de Henry.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f4e880ed641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76b9cb0b649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2bdc34d7342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997bc3b314d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034d60cbc49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6304d38824d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6D8FC-63B9-470E-AA65-EBEAA36AA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CC8C82-695C-40FC-A909-C17819B432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9B17C8-832D-48DF-920D-DEFE60353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B1A000-1A2F-46E4-80B2-5AE71D511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9FC024-1B72-4B61-ACF2-F59242CE2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2196D4-0DFA-4637-AAE8-82CA57AF3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21E5A9-5985-4FA4-84C5-61ACED076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9D682D-6028-4CB6-AA5C-562538E561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57113D-9334-4E10-823F-D2887C470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FE198E-7AF2-4E56-9C2A-DE847BB74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ff8b1f0de43f5" /><Relationship Type="http://schemas.openxmlformats.org/officeDocument/2006/relationships/slideLayout" Target="/ppt/slideLayouts/slideLayout1.xml" Id="Rf16ad2b493a946a2" /><Relationship Type="http://schemas.openxmlformats.org/officeDocument/2006/relationships/slideLayout" Target="/ppt/slideLayouts/slideLayout2.xml" Id="Rb9218226a7534a7b" /><Relationship Type="http://schemas.openxmlformats.org/officeDocument/2006/relationships/slideLayout" Target="/ppt/slideLayouts/slideLayout3.xml" Id="R846aa5b40e194018" /><Relationship Type="http://schemas.openxmlformats.org/officeDocument/2006/relationships/slideLayout" Target="/ppt/slideLayouts/slideLayout4.xml" Id="Rf49e43d6a824498e" /><Relationship Type="http://schemas.openxmlformats.org/officeDocument/2006/relationships/slideLayout" Target="/ppt/slideLayouts/slideLayout5.xml" Id="R8f482700b1ef4669" /><Relationship Type="http://schemas.openxmlformats.org/officeDocument/2006/relationships/slideLayout" Target="/ppt/slideLayouts/slideLayout6.xml" Id="R91fe09b716be46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6ad2b493a946a2"/>
    <p:sldLayoutId xmlns:r="http://schemas.openxmlformats.org/officeDocument/2006/relationships" id="2147483650" r:id="Rb9218226a7534a7b"/>
    <p:sldLayoutId xmlns:r="http://schemas.openxmlformats.org/officeDocument/2006/relationships" id="2147483651" r:id="R846aa5b40e194018"/>
    <p:sldLayoutId xmlns:r="http://schemas.openxmlformats.org/officeDocument/2006/relationships" id="2147483652" r:id="Rf49e43d6a824498e"/>
    <p:sldLayoutId xmlns:r="http://schemas.openxmlformats.org/officeDocument/2006/relationships" id="2147483653" r:id="R8f482700b1ef4669"/>
    <p:sldLayoutId xmlns:r="http://schemas.openxmlformats.org/officeDocument/2006/relationships" id="2147483654" r:id="R91fe09b716be46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7ed6410bc4d24" /><Relationship Type="http://schemas.openxmlformats.org/officeDocument/2006/relationships/notesSlide" Target="/ppt/notesSlides/notesSlide1.xml" Id="R228fe595ee53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388c33a3c4529" /><Relationship Type="http://schemas.openxmlformats.org/officeDocument/2006/relationships/notesSlide" Target="/ppt/notesSlides/notesSlide2.xml" Id="R681fc2dd3217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ffc1a3501497b" /><Relationship Type="http://schemas.openxmlformats.org/officeDocument/2006/relationships/notesSlide" Target="/ppt/notesSlides/notesSlide3.xml" Id="R7ea3eefba565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52679a8cb40a3" /><Relationship Type="http://schemas.openxmlformats.org/officeDocument/2006/relationships/notesSlide" Target="/ppt/notesSlides/notesSlide4.xml" Id="R8f9177eec18b48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5f840181146c5" /><Relationship Type="http://schemas.openxmlformats.org/officeDocument/2006/relationships/notesSlide" Target="/ppt/notesSlides/notesSlide5.xml" Id="R85c29dcb632742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22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0F66E-E1C2-4CC4-A1B9-151EEF4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PARA REVISAR Y APROBAR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9B941-21B2-4336-B66F-EEBAA53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Propuesta de página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21E32-85C2-4416-9184-DA1AF52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C9D8"/>
                </a:solidFill>
                <a:latin typeface="Arial"/>
                <a:ea typeface="Arial"/>
                <a:cs typeface="Arial"/>
              </a:rPr>
              <a:t>Web para emprendimiento de serigrafía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2C97-D5E2-44F7-80C3-3FCE7C2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C9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4955C-1669-453E-9C1F-90C202F5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347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página para mostrar productos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recibir consultas por 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E651C-195F-4EB4-96AB-409FBC2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9D3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9D3E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9D3E2"/>
                </a:solidFill>
                <a:latin typeface="Arial"/>
                <a:ea typeface="Arial"/>
                <a:cs typeface="Arial"/>
              </a:rPr>
              <a:t>El emprendimiento podrá actualizar sus productos y fotos desde un espacio privado, de forma sencilla.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417C3-80BC-4740-AAC8-CEFEBF34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B6C7"/>
                </a:solidFill>
                <a:latin typeface="Arial"/>
                <a:ea typeface="Arial"/>
                <a:cs typeface="Arial"/>
              </a:rPr>
              <a:t>Entrega objetivo: viernes 9 de octubre de 2026</a:t>
            </a:r>
          </a:p>
          <a:p xmlns:a="http://schemas.openxmlformats.org/drawingml/2006/main">
            <a:pPr>
              <a:defRPr sz="1650" b="0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B6C7"/>
                </a:solidFill>
                <a:latin typeface="Arial"/>
                <a:ea typeface="Arial"/>
                <a:cs typeface="Arial"/>
              </a:rPr>
              <a:t>Depende de recibir los materiales y aprobar la propuesta a tiempo</a:t>
            </a:r>
          </a:p>
        </p:txBody>
      </p:sp>
    </p:spTree>
    <p:extLst>
      <p:ext uri="{BB962C8B-B14F-4D97-AF65-F5344CB8AC3E}">
        <p14:creationId xmlns:p14="http://schemas.microsoft.com/office/powerpoint/2010/main" val="498846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50DFB-20B8-4E6F-AA98-5462708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PROPUESTA PARA APROBACIÓN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3A876-6E7E-4A4C-9B7A-6007B39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Qué incluirá la página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397E2-5684-418D-8054-C4616D4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Web para emprendimiento de serigrafía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48473-0FA8-4A34-926F-B118C75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62A8A-B757-42E4-AD48-DF3FEC8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6BD57-A86E-4D77-9056-54B1956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Presentación del negocio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FC4C9-3F7A-40FD-B7C1-421C8FCE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Nombre, logo y una descripción clara de lo que ofrecen.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14018-00BD-47CA-937C-BCB84612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EBE2-79C8-4136-89E4-238B920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Catálogo y galería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C478F-F750-43C1-810F-426BA886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Productos, tallas y fotos reales de sus trabajos.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0FAA2-E98B-43FF-9956-0A1EA1B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14405-0E92-427D-8C89-57ACDDD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Solicitud por WhatsApp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F8EA2-538D-4EB6-AF8F-28D9F41C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El cliente indica lo que necesita y envía un mensaje preparado.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26E3D-2719-4325-A040-32F971E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4B9B6-B77B-4EE3-A80C-6A011FA2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Administrar productos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75ED3-8E17-46CB-ADE6-D28578B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Agregar y editar productos, cambiar fotos y ocultar artículos.</a:t>
            </a:r>
          </a:p>
        </p:txBody>
      </p:sp>
    </p:spTree>
    <p:extLst>
      <p:ext uri="{BB962C8B-B14F-4D97-AF65-F5344CB8AC3E}">
        <p14:creationId xmlns:p14="http://schemas.microsoft.com/office/powerpoint/2010/main" val="2005535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49CC6-913E-4351-B1A7-518D5F8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PROPUESTA PARA APROBACIÓN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6A99-7D56-4372-A172-7DFE8A5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Cómo se atenderán los pedidos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84F4E-730D-4F6C-B984-33C1ED0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Web para emprendimiento de serigrafía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0F683-84EE-4D0C-B314-2165FEA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3187A-B504-4598-9E91-AA08515B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09636-8CC2-4C8B-B5B2-8FEE553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71700"/>
            <a:ext cx="3476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El cliente elige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7A1DE-AE49-4098-9211-1E9D3328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Consulta las prendas y completa los detalles de su solicitud.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82CA-D16C-48E3-B8A6-283334C2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2F25D-59B0-4878-9FE6-FA8A37B5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90850"/>
            <a:ext cx="3476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Envía la 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0E331-7822-4470-89AF-24D630D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Abre WhatsApp con el mensaje listo y pulsa Enviar.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DDD5C-073A-4108-8423-C3547FA6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16214-8ABE-45C5-B1A1-5CEF0A9F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3476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El negocio responde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660A5-F1D1-4795-986D-7813A3EA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Confirma precio y entrega. Recibe el diseño en el chat.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B8276-59A5-459A-AA3F-0A4268F5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F7BEE-B9B8-4BDB-8A1E-11600F6A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29150"/>
            <a:ext cx="3476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Confirma y da seguimiento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BC740-9883-437C-9D14-B543E6F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Registra el pedido y responde las consultas por WhatsApp.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673DE-3D38-4C40-9245-7B3F7071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En esta primera versión, los precios, pagos y estados de los pedidos se acuerdan por WhatsApp.</a:t>
            </a:r>
          </a:p>
        </p:txBody>
      </p:sp>
    </p:spTree>
    <p:extLst>
      <p:ext uri="{BB962C8B-B14F-4D97-AF65-F5344CB8AC3E}">
        <p14:creationId xmlns:p14="http://schemas.microsoft.com/office/powerpoint/2010/main" val="1930591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F2A8C-AE92-4B0E-A75E-73FD954F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PROPUESTA PARA APROBACIÓN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8FA14-ACF8-41B4-967F-BD4AAAFE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Materiales que necesitamos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D974C-B97C-4C43-BF7A-1F994D7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Web para emprendimiento de serigrafía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E225C-99B0-47EB-B0C9-C781C276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9C0A7-6241-4A0E-84E4-B9DF1EE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3C07A-8B5E-4A4E-8ED5-9282546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Identidad del negocio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68C70-60E2-499B-9D5D-08000258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Logo, nombre y una descripción de lo que ofrecen.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65B61-1A89-4E92-80D4-39C9359D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AE1DF-2809-4B63-A083-AF75B80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Productos y trabajos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D68A8-0127-49D0-96F4-69FC247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Fotos reales, descripciones, tallas y opciones disponibles.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1F222-503B-4212-B1DE-4CD57AA8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3791C-FBF6-4C0E-9DA8-45DD2A10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Contacto y redes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20754-BCF0-40D5-B86F-1E613EF4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Número de WhatsApp y enlaces a las redes del negocio.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7C19D-53A8-4C5D-B3B9-8B2B69F0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AD325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32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DD535-F813-40C1-B0BB-0B6E663C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22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234"/>
                </a:solidFill>
                <a:latin typeface="Arial"/>
                <a:ea typeface="Arial"/>
                <a:cs typeface="Arial"/>
              </a:rPr>
              <a:t>Personas encargadas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FD343-7FBE-4DBB-8149-E512513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16F"/>
                </a:solidFill>
                <a:latin typeface="Arial"/>
                <a:ea typeface="Arial"/>
                <a:cs typeface="Arial"/>
              </a:rPr>
              <a:t>Definir quién actualiza el catálogo y quién responde las consultas.</a:t>
            </a:r>
          </a:p>
        </p:txBody>
      </p:sp>
    </p:spTree>
    <p:extLst>
      <p:ext uri="{BB962C8B-B14F-4D97-AF65-F5344CB8AC3E}">
        <p14:creationId xmlns:p14="http://schemas.microsoft.com/office/powerpoint/2010/main" val="1132067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722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D8DB8-D031-48D5-A82B-7D8C5A5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REVISIÓN DE 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4465C-4767-4200-9FEC-1E0EB6F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para aprobar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ECCB-38BC-4565-ACC2-71A7F91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C9D8"/>
                </a:solidFill>
                <a:latin typeface="Arial"/>
                <a:ea typeface="Arial"/>
                <a:cs typeface="Arial"/>
              </a:rPr>
              <a:t>Web para emprendimiento de serigrafía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8AF2F-6AE8-4C0A-A390-E016440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FC9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C9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6001A-2BE0-4A4A-857B-047CA471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A7CCE-DC83-4E97-BE49-BB9F937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717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secciones de la página y la administración de productos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F9FA2-DEE1-49D6-A690-FAF3AC2E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F519-2698-4D4D-9709-DC76DD82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atención, confirmación y seguimiento por WhatsApp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77E51-33FF-46C6-AF98-B5A719F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72156-D43D-4C68-AD70-11DF885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nombre de la página en internet y los costos de publicación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DCD27-1043-4AD5-ACFF-CB7EB58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DB6C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DB6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B15AF-475E-4C83-BBCC-754A1974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entrega de materiales y la revisión antes del viernes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FBD51-CA81-4DEB-AEE9-03C13D2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D9D3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9D3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D3E2"/>
                </a:solidFill>
                <a:latin typeface="Arial"/>
                <a:ea typeface="Arial"/>
                <a:cs typeface="Arial"/>
              </a:rPr>
              <a:t>Entregaremos la página, el acceso para actualizar productos y una guía sencilla. La publicaremos después de revisar su funcionamiento y recibir la aprobación.</a:t>
            </a:r>
          </a:p>
        </p:txBody>
      </p:sp>
    </p:spTree>
    <p:extLst>
      <p:ext uri="{BB962C8B-B14F-4D97-AF65-F5344CB8AC3E}">
        <p14:creationId xmlns:p14="http://schemas.microsoft.com/office/powerpoint/2010/main" val="1246381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2026-10-08T04:50:02.1800000Z</dcterms:created>
  <dcterms:modified xsi:type="dcterms:W3CDTF">2026-10-08T04:50:02.1800000Z</dcterms:modified>
</coreProperties>
</file>