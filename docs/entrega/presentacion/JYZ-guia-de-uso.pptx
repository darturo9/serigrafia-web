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89c1449b5940d4" /><Relationship Type="http://schemas.openxmlformats.org/officeDocument/2006/relationships/extended-properties" Target="/docProps/app.xml" Id="R4526e5e2e8fd4897" /><Relationship Type="http://schemas.openxmlformats.org/officeDocument/2006/relationships/officeDocument" Target="/ppt/presentation.xml" Id="R29206704d89f4c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bbace98e847b9"/>
  </p:sldMasterIdLst>
  <p:notesMasterIdLst>
    <p:notesMasterId xmlns:r="http://schemas.openxmlformats.org/officeDocument/2006/relationships" r:id="R1475cfbf12a04933"/>
  </p:notesMasterIdLst>
  <p:sldIdLst>
    <p:sldId xmlns:r="http://schemas.openxmlformats.org/officeDocument/2006/relationships" id="256" r:id="R56277b8eb5614851"/>
    <p:sldId xmlns:r="http://schemas.openxmlformats.org/officeDocument/2006/relationships" id="257" r:id="R57b2f41a39144737"/>
    <p:sldId xmlns:r="http://schemas.openxmlformats.org/officeDocument/2006/relationships" id="258" r:id="R54419bb6b693408d"/>
    <p:sldId xmlns:r="http://schemas.openxmlformats.org/officeDocument/2006/relationships" id="259" r:id="Rf62eb72ba1874592"/>
    <p:sldId xmlns:r="http://schemas.openxmlformats.org/officeDocument/2006/relationships" id="260" r:id="Rd11b89b346ce4c21"/>
    <p:sldId xmlns:r="http://schemas.openxmlformats.org/officeDocument/2006/relationships" id="261" r:id="R71d5f3e6a7ae4237"/>
    <p:sldId xmlns:r="http://schemas.openxmlformats.org/officeDocument/2006/relationships" id="262" r:id="R2910c20d13234306"/>
    <p:sldId xmlns:r="http://schemas.openxmlformats.org/officeDocument/2006/relationships" id="263" r:id="R8f4c5313408242ca"/>
    <p:sldId xmlns:r="http://schemas.openxmlformats.org/officeDocument/2006/relationships" id="264" r:id="R11da90b0c8a44e8a"/>
    <p:sldId xmlns:r="http://schemas.openxmlformats.org/officeDocument/2006/relationships" id="265" r:id="R2f6b5e9d39e3468d"/>
    <p:sldId xmlns:r="http://schemas.openxmlformats.org/officeDocument/2006/relationships" id="266" r:id="R84d591cc71b04dfc"/>
    <p:sldId xmlns:r="http://schemas.openxmlformats.org/officeDocument/2006/relationships" id="267" r:id="R257994b4625c415a"/>
    <p:sldId xmlns:r="http://schemas.openxmlformats.org/officeDocument/2006/relationships" id="268" r:id="Ra7ee8961f25c4fb7"/>
    <p:sldId xmlns:r="http://schemas.openxmlformats.org/officeDocument/2006/relationships" id="269" r:id="R1c3dbd188d764722"/>
    <p:sldId xmlns:r="http://schemas.openxmlformats.org/officeDocument/2006/relationships" id="270" r:id="Rbcbc3627c3214549"/>
    <p:sldId xmlns:r="http://schemas.openxmlformats.org/officeDocument/2006/relationships" id="271" r:id="Refb0eb4914d1442b"/>
    <p:sldId xmlns:r="http://schemas.openxmlformats.org/officeDocument/2006/relationships" id="272" r:id="R51912a701cbb49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45ad2c88514a30" /><Relationship Type="http://schemas.openxmlformats.org/officeDocument/2006/relationships/slideMaster" Target="/ppt/slideMasters/slideMaster1.xml" Id="R56cbbace98e847b9" /><Relationship Type="http://schemas.openxmlformats.org/officeDocument/2006/relationships/notesMaster" Target="/ppt/notesMasters/notesMaster1.xml" Id="R1475cfbf12a04933" /><Relationship Type="http://schemas.openxmlformats.org/officeDocument/2006/relationships/presProps" Target="/ppt/presProps.xml" Id="Rde5996444fee4a20" /><Relationship Type="http://schemas.openxmlformats.org/officeDocument/2006/relationships/tableStyles" Target="/ppt/tableStyles.xml" Id="R5345da9546634610" /><Relationship Type="http://schemas.openxmlformats.org/officeDocument/2006/relationships/slide" Target="/ppt/slides/slide1.xml" Id="R56277b8eb5614851" /><Relationship Type="http://schemas.openxmlformats.org/officeDocument/2006/relationships/slide" Target="/ppt/slides/slide2.xml" Id="R57b2f41a39144737" /><Relationship Type="http://schemas.openxmlformats.org/officeDocument/2006/relationships/slide" Target="/ppt/slides/slide3.xml" Id="R54419bb6b693408d" /><Relationship Type="http://schemas.openxmlformats.org/officeDocument/2006/relationships/slide" Target="/ppt/slides/slide4.xml" Id="Rf62eb72ba1874592" /><Relationship Type="http://schemas.openxmlformats.org/officeDocument/2006/relationships/slide" Target="/ppt/slides/slide5.xml" Id="Rd11b89b346ce4c21" /><Relationship Type="http://schemas.openxmlformats.org/officeDocument/2006/relationships/slide" Target="/ppt/slides/slide6.xml" Id="R71d5f3e6a7ae4237" /><Relationship Type="http://schemas.openxmlformats.org/officeDocument/2006/relationships/slide" Target="/ppt/slides/slide7.xml" Id="R2910c20d13234306" /><Relationship Type="http://schemas.openxmlformats.org/officeDocument/2006/relationships/slide" Target="/ppt/slides/slide8.xml" Id="R8f4c5313408242ca" /><Relationship Type="http://schemas.openxmlformats.org/officeDocument/2006/relationships/slide" Target="/ppt/slides/slide9.xml" Id="R11da90b0c8a44e8a" /><Relationship Type="http://schemas.openxmlformats.org/officeDocument/2006/relationships/slide" Target="/ppt/slides/slide10.xml" Id="R2f6b5e9d39e3468d" /><Relationship Type="http://schemas.openxmlformats.org/officeDocument/2006/relationships/slide" Target="/ppt/slides/slide11.xml" Id="R84d591cc71b04dfc" /><Relationship Type="http://schemas.openxmlformats.org/officeDocument/2006/relationships/slide" Target="/ppt/slides/slide12.xml" Id="R257994b4625c415a" /><Relationship Type="http://schemas.openxmlformats.org/officeDocument/2006/relationships/slide" Target="/ppt/slides/slide13.xml" Id="Ra7ee8961f25c4fb7" /><Relationship Type="http://schemas.openxmlformats.org/officeDocument/2006/relationships/slide" Target="/ppt/slides/slide14.xml" Id="R1c3dbd188d764722" /><Relationship Type="http://schemas.openxmlformats.org/officeDocument/2006/relationships/slide" Target="/ppt/slides/slide15.xml" Id="Rbcbc3627c3214549" /><Relationship Type="http://schemas.openxmlformats.org/officeDocument/2006/relationships/slide" Target="/ppt/slides/slide16.xml" Id="Refb0eb4914d1442b" /><Relationship Type="http://schemas.openxmlformats.org/officeDocument/2006/relationships/slide" Target="/ppt/slides/slide17.xml" Id="R51912a701cbb49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3700b3572c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7990925b1847a0" /><Relationship Type="http://schemas.openxmlformats.org/officeDocument/2006/relationships/notesMaster" Target="/ppt/notesMasters/notesMaster1.xml" Id="Rd2da5e59290a4a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f91bf581284d0a" /><Relationship Type="http://schemas.openxmlformats.org/officeDocument/2006/relationships/notesMaster" Target="/ppt/notesMasters/notesMaster1.xml" Id="R9a5b5f2bc9ea4f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a1fd89a0324b54" /><Relationship Type="http://schemas.openxmlformats.org/officeDocument/2006/relationships/notesMaster" Target="/ppt/notesMasters/notesMaster1.xml" Id="R344ba602b0434b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c8925eac4340ce" /><Relationship Type="http://schemas.openxmlformats.org/officeDocument/2006/relationships/notesMaster" Target="/ppt/notesMasters/notesMaster1.xml" Id="Ra3d31ca575a5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02027810b242ae" /><Relationship Type="http://schemas.openxmlformats.org/officeDocument/2006/relationships/notesMaster" Target="/ppt/notesMasters/notesMaster1.xml" Id="Ra10c2ee19a4045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676e7b143f4f2f" /><Relationship Type="http://schemas.openxmlformats.org/officeDocument/2006/relationships/notesMaster" Target="/ppt/notesMasters/notesMaster1.xml" Id="Ree1f1c99d2464b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a765c64569434f" /><Relationship Type="http://schemas.openxmlformats.org/officeDocument/2006/relationships/notesMaster" Target="/ppt/notesMasters/notesMaster1.xml" Id="R0de50afb806745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bad4b9d5c6488c" /><Relationship Type="http://schemas.openxmlformats.org/officeDocument/2006/relationships/notesMaster" Target="/ppt/notesMasters/notesMaster1.xml" Id="Re846c09330c447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a6cfa9d2324877" /><Relationship Type="http://schemas.openxmlformats.org/officeDocument/2006/relationships/notesMaster" Target="/ppt/notesMasters/notesMaster1.xml" Id="R1455ecb4fa0a45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1dde5989004e38" /><Relationship Type="http://schemas.openxmlformats.org/officeDocument/2006/relationships/notesMaster" Target="/ppt/notesMasters/notesMaster1.xml" Id="R9e2fb2f4f9114a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0c1c7d6a784f05" /><Relationship Type="http://schemas.openxmlformats.org/officeDocument/2006/relationships/notesMaster" Target="/ppt/notesMasters/notesMaster1.xml" Id="R93e1678989d74a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936c7e64e040ac" /><Relationship Type="http://schemas.openxmlformats.org/officeDocument/2006/relationships/notesMaster" Target="/ppt/notesMasters/notesMaster1.xml" Id="R016689d2c49544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032827ff5448e9" /><Relationship Type="http://schemas.openxmlformats.org/officeDocument/2006/relationships/notesMaster" Target="/ppt/notesMasters/notesMaster1.xml" Id="Rb7781ee0950449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5834f9df64489d" /><Relationship Type="http://schemas.openxmlformats.org/officeDocument/2006/relationships/notesMaster" Target="/ppt/notesMasters/notesMaster1.xml" Id="Rd945808869b145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53f911c91c446e" /><Relationship Type="http://schemas.openxmlformats.org/officeDocument/2006/relationships/notesMaster" Target="/ppt/notesMasters/notesMaster1.xml" Id="Rece7cde599e14e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8d0f51f2f74245" /><Relationship Type="http://schemas.openxmlformats.org/officeDocument/2006/relationships/notesMaster" Target="/ppt/notesMasters/notesMaster1.xml" Id="Ra1c73fe32c6742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1051598fd24a68" /><Relationship Type="http://schemas.openxmlformats.org/officeDocument/2006/relationships/notesMaster" Target="/ppt/notesMasters/notesMaster1.xml" Id="Rbeca10f61b5340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 Captura de prueba del enlace; no se envió mensaje. No acredita recepción ni disponibilidad de atención.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 No hay recuperación por correo configurada. Las contraseñas no forman parte de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 Límite: hasta 30 opciones únicas y 20 caracteres por opción. No se registran existencias de inventario.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 Publicado no cambia inventario ni cancela pedidos/conversaciones. Las fichas de ejemplo están excluidas de la web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 Si se ocultan todas las fotos, desaparecen la sección y el enlace Trabajos. El encabezado y la introducción general siguen en plantilla y requieren apoyo técnico para modificarlos.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 Fuente adicional docs/entrega/respaldo-y-recuperacion.md. No existe respaldo periódico automatizado ni copia externa al equipo ya realizada. Clave de cifrado separada de la copia; restauración solo por responsable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docs/entrega/entrega-operativa.md; docs/entrega/guia-de-catalogo.md. Fecha 8 de octubre de 2026. Capturas de demostración identificadas cuando corresponde. Sin credenciales.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248d5a9184e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b08c0d4b34c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d474d786147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61cddcea344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446f0fa6043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78009892842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7104F2-966C-459E-81D4-E06299F3E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3739DF-8314-4D89-AE4D-DC9884AF74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9831F9-F3EF-4913-B67F-D8FD7DBF4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475DF9-B5C0-4059-A39C-23AC5A5B4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696780-130C-4E70-92E5-CC3AABE6A1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6C6FEF-8356-4825-B902-E94A2AC93A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546879-8773-413D-8C5B-26C24B6C0B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CC9CBF-B8EC-4D17-BAC2-739723C939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3DC205-65EF-4B67-9527-19A1C3632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EF3ED4-39B0-4965-9B3D-3888568D5B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0ff567108409a" /><Relationship Type="http://schemas.openxmlformats.org/officeDocument/2006/relationships/slideLayout" Target="/ppt/slideLayouts/slideLayout1.xml" Id="R79534a35e1ad4201" /><Relationship Type="http://schemas.openxmlformats.org/officeDocument/2006/relationships/slideLayout" Target="/ppt/slideLayouts/slideLayout2.xml" Id="R08170bb9039f4368" /><Relationship Type="http://schemas.openxmlformats.org/officeDocument/2006/relationships/slideLayout" Target="/ppt/slideLayouts/slideLayout3.xml" Id="R54fef078c2664a65" /><Relationship Type="http://schemas.openxmlformats.org/officeDocument/2006/relationships/slideLayout" Target="/ppt/slideLayouts/slideLayout4.xml" Id="R254dc17a8fe64294" /><Relationship Type="http://schemas.openxmlformats.org/officeDocument/2006/relationships/slideLayout" Target="/ppt/slideLayouts/slideLayout5.xml" Id="Rda8f75c10b284c32" /><Relationship Type="http://schemas.openxmlformats.org/officeDocument/2006/relationships/slideLayout" Target="/ppt/slideLayouts/slideLayout6.xml" Id="R3cf2a3316911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534a35e1ad4201"/>
    <p:sldLayoutId xmlns:r="http://schemas.openxmlformats.org/officeDocument/2006/relationships" id="2147483650" r:id="R08170bb9039f4368"/>
    <p:sldLayoutId xmlns:r="http://schemas.openxmlformats.org/officeDocument/2006/relationships" id="2147483651" r:id="R54fef078c2664a65"/>
    <p:sldLayoutId xmlns:r="http://schemas.openxmlformats.org/officeDocument/2006/relationships" id="2147483652" r:id="R254dc17a8fe64294"/>
    <p:sldLayoutId xmlns:r="http://schemas.openxmlformats.org/officeDocument/2006/relationships" id="2147483653" r:id="Rda8f75c10b284c32"/>
    <p:sldLayoutId xmlns:r="http://schemas.openxmlformats.org/officeDocument/2006/relationships" id="2147483654" r:id="R3cf2a3316911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333461d824008" /><Relationship Type="http://schemas.openxmlformats.org/officeDocument/2006/relationships/image" Target="/ppt/media/image.jpeg" Id="R97d3759545964e94" /><Relationship Type="http://schemas.openxmlformats.org/officeDocument/2006/relationships/notesSlide" Target="/ppt/notesSlides/notesSlide1.xml" Id="Red4ccf1b271c41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aea25e1544b34" /><Relationship Type="http://schemas.openxmlformats.org/officeDocument/2006/relationships/image" Target="/ppt/media/image2.jpeg" Id="R016e9fdb0ffc4f6c" /><Relationship Type="http://schemas.openxmlformats.org/officeDocument/2006/relationships/hyperlink" Target="https://jyz-web-production.up.railway.app/" TargetMode="External" Id="Rf9545a9428374bf0" /><Relationship Type="http://schemas.openxmlformats.org/officeDocument/2006/relationships/notesSlide" Target="/ppt/notesSlides/notesSlide2.xml" Id="R40bb7092e79748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7016043ff4d56" /><Relationship Type="http://schemas.openxmlformats.org/officeDocument/2006/relationships/image" Target="/ppt/media/image3.jpeg" Id="R654d3d0a24fd45ee" /><Relationship Type="http://schemas.openxmlformats.org/officeDocument/2006/relationships/notesSlide" Target="/ppt/notesSlides/notesSlide3.xml" Id="R169d07942d0348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436a770214088" /><Relationship Type="http://schemas.openxmlformats.org/officeDocument/2006/relationships/hyperlink" Target="https://jyz-web-production.up.railway.app/admin/" TargetMode="External" Id="R528a76a841e54979" /><Relationship Type="http://schemas.openxmlformats.org/officeDocument/2006/relationships/notesSlide" Target="/ppt/notesSlides/notesSlide4.xml" Id="Rff4f25b5ee214a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f2c47358b433a" /><Relationship Type="http://schemas.openxmlformats.org/officeDocument/2006/relationships/image" Target="/ppt/media/image4.jpeg" Id="R630fd686daeb4114" /><Relationship Type="http://schemas.openxmlformats.org/officeDocument/2006/relationships/notesSlide" Target="/ppt/notesSlides/notesSlide5.xml" Id="R133fa679fe9740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edd98909e4015" /><Relationship Type="http://schemas.openxmlformats.org/officeDocument/2006/relationships/image" Target="/ppt/media/image5.jpeg" Id="R3f0628d3e9244e4b" /><Relationship Type="http://schemas.openxmlformats.org/officeDocument/2006/relationships/notesSlide" Target="/ppt/notesSlides/notesSlide6.xml" Id="Rac2f7650a97341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15202c79446f8" /><Relationship Type="http://schemas.openxmlformats.org/officeDocument/2006/relationships/notesSlide" Target="/ppt/notesSlides/notesSlide7.xml" Id="Rf5d8ea31695b4f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0ebf7e2fb4e18" /><Relationship Type="http://schemas.openxmlformats.org/officeDocument/2006/relationships/image" Target="/ppt/media/image.bin" Id="R0ad6b82c86d84d0b" /><Relationship Type="http://schemas.openxmlformats.org/officeDocument/2006/relationships/notesSlide" Target="/ppt/notesSlides/notesSlide8.xml" Id="R3074f72d74ea49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e306ee5ba4b26" /><Relationship Type="http://schemas.openxmlformats.org/officeDocument/2006/relationships/image" Target="/ppt/media/image2.bin" Id="Re83c6a0c91ac4733" /><Relationship Type="http://schemas.openxmlformats.org/officeDocument/2006/relationships/notesSlide" Target="/ppt/notesSlides/notesSlide9.xml" Id="Rad3dfaf4549c4a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ce6fb2d124d88" /><Relationship Type="http://schemas.openxmlformats.org/officeDocument/2006/relationships/notesSlide" Target="/ppt/notesSlides/notesSlide10.xml" Id="R97db4ce109fb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964e53bf54c50" /><Relationship Type="http://schemas.openxmlformats.org/officeDocument/2006/relationships/image" Target="/ppt/media/image6.jpeg" Id="R259ad3f9d7cb4262" /><Relationship Type="http://schemas.openxmlformats.org/officeDocument/2006/relationships/notesSlide" Target="/ppt/notesSlides/notesSlide11.xml" Id="Rfff94fbec1ab4f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d806dd1624d3a" /><Relationship Type="http://schemas.openxmlformats.org/officeDocument/2006/relationships/notesSlide" Target="/ppt/notesSlides/notesSlide12.xml" Id="Rf2dcc6be851345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cd7395cc94f6a" /><Relationship Type="http://schemas.openxmlformats.org/officeDocument/2006/relationships/image" Target="/ppt/media/image7.jpeg" Id="R005f4150d90a434d" /><Relationship Type="http://schemas.openxmlformats.org/officeDocument/2006/relationships/hyperlink" Target="https://wa.me/50247233834" TargetMode="External" Id="R8cd8c0fbabf240ca" /><Relationship Type="http://schemas.openxmlformats.org/officeDocument/2006/relationships/hyperlink" Target="https://www.instagram.com/_.j.y.z._/" TargetMode="External" Id="Rc4d21adcc8554cba" /><Relationship Type="http://schemas.openxmlformats.org/officeDocument/2006/relationships/hyperlink" Target="https://www.facebook.com/profile.php?id=61595434880342" TargetMode="External" Id="Re8a6f915c36040b7" /><Relationship Type="http://schemas.openxmlformats.org/officeDocument/2006/relationships/notesSlide" Target="/ppt/notesSlides/notesSlide13.xml" Id="R71bc9fe7f37e4d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9366f9eea4ade" /><Relationship Type="http://schemas.openxmlformats.org/officeDocument/2006/relationships/notesSlide" Target="/ppt/notesSlides/notesSlide14.xml" Id="Redd7665da1ec4b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69c6b83ac4dbc" /><Relationship Type="http://schemas.openxmlformats.org/officeDocument/2006/relationships/image" Target="/ppt/media/image3.bin" Id="Rfd24be95c6814570" /><Relationship Type="http://schemas.openxmlformats.org/officeDocument/2006/relationships/notesSlide" Target="/ppt/notesSlides/notesSlide15.xml" Id="R662e302d4ae74d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6287088674767" /><Relationship Type="http://schemas.openxmlformats.org/officeDocument/2006/relationships/image" Target="/ppt/media/image8.jpeg" Id="Rfc8efe0b7ac64651" /><Relationship Type="http://schemas.openxmlformats.org/officeDocument/2006/relationships/notesSlide" Target="/ppt/notesSlides/notesSlide16.xml" Id="Rfe47b8d878984e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5156567f64df4" /><Relationship Type="http://schemas.openxmlformats.org/officeDocument/2006/relationships/hyperlink" Target="https://jyz-web-production.up.railway.app/" TargetMode="External" Id="Rfebf08f8b7d64d46" /><Relationship Type="http://schemas.openxmlformats.org/officeDocument/2006/relationships/hyperlink" Target="https://jyz-web-production.up.railway.app/admin/" TargetMode="External" Id="Rf9cacbd1f2da49cb" /><Relationship Type="http://schemas.openxmlformats.org/officeDocument/2006/relationships/notesSlide" Target="/ppt/notesSlides/notesSlide17.xml" Id="R9ae5d124b12d45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 BIENVENIDOS A SU WEB">
            <a:extLst xmlns:a="http://schemas.openxmlformats.org/drawingml/2006/main">
              <a:ext uri="{FF2B5EF4-FFF2-40B4-BE49-F238E27FC236}">
                <a16:creationId xmlns:a16="http://schemas.microsoft.com/office/drawing/2014/main" id="{DD43E94B-534D-46AB-8712-0BAF5E5A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BIENVENIDOS A SU WEB</a:t>
            </a:r>
          </a:p>
        </p:txBody>
      </p:sp>
      <p:sp>
        <p:nvSpPr>
          <p:cNvPr id="2" name="Texto ">
            <a:extLst xmlns:a="http://schemas.openxmlformats.org/drawingml/2006/main">
              <a:ext uri="{FF2B5EF4-FFF2-40B4-BE49-F238E27FC236}">
                <a16:creationId xmlns:a16="http://schemas.microsoft.com/office/drawing/2014/main" id="{E99536B3-B965-4445-A12A-40F54AE7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40657C1D-8102-4903-AD8B-0763B737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6AD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1">
            <a:extLst xmlns:a="http://schemas.openxmlformats.org/drawingml/2006/main">
              <a:ext uri="{FF2B5EF4-FFF2-40B4-BE49-F238E27FC236}">
                <a16:creationId xmlns:a16="http://schemas.microsoft.com/office/drawing/2014/main" id="{801FBDFD-9D84-4056-8028-21918FA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o Tu web&#10;JYZ.">
            <a:extLst xmlns:a="http://schemas.openxmlformats.org/drawingml/2006/main">
              <a:ext uri="{FF2B5EF4-FFF2-40B4-BE49-F238E27FC236}">
                <a16:creationId xmlns:a16="http://schemas.microsoft.com/office/drawing/2014/main" id="{AA055907-975A-4FD6-BD05-A6C0D28E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Tu web</a:t>
            </a:r>
          </a:p>
          <a:p xmlns:a="http://schemas.openxmlformats.org/drawingml/2006/main">
            <a:pPr algn="l">
              <a:defRPr sz="70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JYZ.</a:t>
            </a:r>
          </a:p>
        </p:txBody>
      </p:sp>
      <p:sp>
        <p:nvSpPr>
          <p:cNvPr id="6" name="Texto Guía para empezar a usarla">
            <a:extLst xmlns:a="http://schemas.openxmlformats.org/drawingml/2006/main">
              <a:ext uri="{FF2B5EF4-FFF2-40B4-BE49-F238E27FC236}">
                <a16:creationId xmlns:a16="http://schemas.microsoft.com/office/drawing/2014/main" id="{758F02DB-9F82-4BF7-AB83-4C68C2A2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Guía para empezar a usarla</a:t>
            </a:r>
          </a:p>
        </p:txBody>
      </p:sp>
      <p:sp>
        <p:nvSpPr>
          <p:cNvPr id="7" name="Texto Productos, fotos y conversaciones.&#10;">
            <a:extLst xmlns:a="http://schemas.openxmlformats.org/drawingml/2006/main">
              <a:ext uri="{FF2B5EF4-FFF2-40B4-BE49-F238E27FC236}">
                <a16:creationId xmlns:a16="http://schemas.microsoft.com/office/drawing/2014/main" id="{19969C66-D2C5-440F-BF06-E6DC4D5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Productos, fotos y conversaciones.</a:t>
            </a:r>
          </a:p>
          <a:p xmlns:a="http://schemas.openxmlformats.org/drawingml/2006/main">
            <a:pPr algn="l">
              <a:defRPr sz="202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Una herramienta para el día a día del negocio.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3D5BC-89DC-4378-B914-830426B8DA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3759545964e94"/>
          <a:stretch xmlns:a="http://schemas.openxmlformats.org/drawingml/2006/main"/>
        </p:blipFill>
        <p:spPr>
          <a:xfrm xmlns:a="http://schemas.openxmlformats.org/drawingml/2006/main">
            <a:off x="7239000" y="1381125"/>
            <a:ext cx="409575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9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 EL PUNTO DE PARTIDA">
            <a:extLst xmlns:a="http://schemas.openxmlformats.org/drawingml/2006/main">
              <a:ext uri="{FF2B5EF4-FFF2-40B4-BE49-F238E27FC236}">
                <a16:creationId xmlns:a16="http://schemas.microsoft.com/office/drawing/2014/main" id="{CA49A76A-2F93-40FF-A788-5ABB6DA7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EL PUNTO DE PARTIDA</a:t>
            </a:r>
          </a:p>
        </p:txBody>
      </p:sp>
      <p:sp>
        <p:nvSpPr>
          <p:cNvPr id="2" name="Texto Una web lista para recibir consulta">
            <a:extLst xmlns:a="http://schemas.openxmlformats.org/drawingml/2006/main">
              <a:ext uri="{FF2B5EF4-FFF2-40B4-BE49-F238E27FC236}">
                <a16:creationId xmlns:a16="http://schemas.microsoft.com/office/drawing/2014/main" id="{7D7A7D38-B481-4256-A97F-CECD6021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Una web lista para recibir consultas.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47E44A65-4D3D-4433-B9C8-48311BCF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2">
            <a:extLst xmlns:a="http://schemas.openxmlformats.org/drawingml/2006/main">
              <a:ext uri="{FF2B5EF4-FFF2-40B4-BE49-F238E27FC236}">
                <a16:creationId xmlns:a16="http://schemas.microsoft.com/office/drawing/2014/main" id="{02A8187A-E9DB-48F5-8B72-6017C067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o Ya disponible">
            <a:extLst xmlns:a="http://schemas.openxmlformats.org/drawingml/2006/main">
              <a:ext uri="{FF2B5EF4-FFF2-40B4-BE49-F238E27FC236}">
                <a16:creationId xmlns:a16="http://schemas.microsoft.com/office/drawing/2014/main" id="{54D0C9C5-AB3F-492C-9C91-4CC36194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Ya disponible</a:t>
            </a:r>
          </a:p>
        </p:txBody>
      </p:sp>
      <p:sp>
        <p:nvSpPr>
          <p:cNvPr id="6" name="Texto Inicio, tres fotos reales de trabaj">
            <a:extLst xmlns:a="http://schemas.openxmlformats.org/drawingml/2006/main">
              <a:ext uri="{FF2B5EF4-FFF2-40B4-BE49-F238E27FC236}">
                <a16:creationId xmlns:a16="http://schemas.microsoft.com/office/drawing/2014/main" id="{713F16B6-4C92-450B-8A51-4B7FEEE8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Inicio, tres fotos reales de trabajos, contactos y consulta por WhatsApp.</a:t>
            </a:r>
          </a:p>
        </p:txBody>
      </p:sp>
      <p:sp>
        <p:nvSpPr>
          <p:cNvPr id="7" name="Texto El siguiente paso es del negocio">
            <a:extLst xmlns:a="http://schemas.openxmlformats.org/drawingml/2006/main">
              <a:ext uri="{FF2B5EF4-FFF2-40B4-BE49-F238E27FC236}">
                <a16:creationId xmlns:a16="http://schemas.microsoft.com/office/drawing/2014/main" id="{EE03FB3E-5FCC-4041-871B-8E1BCA6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El siguiente paso es del negocio</a:t>
            </a:r>
          </a:p>
        </p:txBody>
      </p:sp>
      <p:sp>
        <p:nvSpPr>
          <p:cNvPr id="8" name="Texto Cargar los productos reales. Las fi">
            <a:extLst xmlns:a="http://schemas.openxmlformats.org/drawingml/2006/main">
              <a:ext uri="{FF2B5EF4-FFF2-40B4-BE49-F238E27FC236}">
                <a16:creationId xmlns:a16="http://schemas.microsoft.com/office/drawing/2014/main" id="{ACA83B68-1FF5-4D4E-8260-ED0D93A3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Cargar los productos reales. Las fichas de prueba están ocultas; la galería sigue visible.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58C54-30FE-49CB-858D-9D687CDC0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e9fdb0ffc4f6c"/>
          <a:stretch xmlns:a="http://schemas.openxmlformats.org/drawingml/2006/main"/>
        </p:blipFill>
        <p:spPr>
          <a:xfrm xmlns:a="http://schemas.openxmlformats.org/drawingml/2006/main">
            <a:off x="5268736" y="2000250"/>
            <a:ext cx="6312252" cy="3552825"/>
          </a:xfrm>
          <a:prstGeom xmlns:a="http://schemas.openxmlformats.org/drawingml/2006/main" prst="rect">
            <a:avLst/>
          </a:prstGeom>
        </p:spPr>
      </p:pic>
      <p:sp>
        <p:nvSpPr>
          <p:cNvPr id="10" name="Texto Abrir la web →">
            <a:extLst xmlns:a="http://schemas.openxmlformats.org/drawingml/2006/main">
              <a:ext uri="{FF2B5EF4-FFF2-40B4-BE49-F238E27FC236}">
                <a16:creationId xmlns:a16="http://schemas.microsoft.com/office/drawing/2014/main" id="{3A82EAB5-23C1-4815-9B5E-7E9667BF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772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110D"/>
                </a:solidFill>
                <a:latin typeface="Arial"/>
                <a:ea typeface="Arial"/>
                <a:cs typeface="Arial"/>
                <a:hlinkClick xmlns:r="http://schemas.openxmlformats.org/officeDocument/2006/relationships" r:id="Rf9545a9428374bf0"/>
              </a:rPr>
              <a:t>Abrir la web →</a:t>
            </a:r>
          </a:p>
        </p:txBody>
      </p:sp>
    </p:spTree>
    <p:extLst>
      <p:ext uri="{BB962C8B-B14F-4D97-AF65-F5344CB8AC3E}">
        <p14:creationId xmlns:p14="http://schemas.microsoft.com/office/powerpoint/2010/main" val="1614648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o EL RECORRIDO DEL CLIENTE">
            <a:extLst xmlns:a="http://schemas.openxmlformats.org/drawingml/2006/main">
              <a:ext uri="{FF2B5EF4-FFF2-40B4-BE49-F238E27FC236}">
                <a16:creationId xmlns:a16="http://schemas.microsoft.com/office/drawing/2014/main" id="{3EF0D658-9569-457F-90E5-1F78F285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EL RECORRIDO DEL CLIENTE</a:t>
            </a:r>
          </a:p>
        </p:txBody>
      </p:sp>
      <p:sp>
        <p:nvSpPr>
          <p:cNvPr id="2" name="Texto Del sitio a la conversación.">
            <a:extLst xmlns:a="http://schemas.openxmlformats.org/drawingml/2006/main">
              <a:ext uri="{FF2B5EF4-FFF2-40B4-BE49-F238E27FC236}">
                <a16:creationId xmlns:a16="http://schemas.microsoft.com/office/drawing/2014/main" id="{5AC888AC-FEC4-4DC0-B909-349AF345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Del sitio a la conversación.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E226DECE-9B67-434D-A6A3-95BFBD8B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6AD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3">
            <a:extLst xmlns:a="http://schemas.openxmlformats.org/drawingml/2006/main">
              <a:ext uri="{FF2B5EF4-FFF2-40B4-BE49-F238E27FC236}">
                <a16:creationId xmlns:a16="http://schemas.microsoft.com/office/drawing/2014/main" id="{04601397-43B6-4623-899B-BA7F1956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o 01">
            <a:extLst xmlns:a="http://schemas.openxmlformats.org/drawingml/2006/main">
              <a:ext uri="{FF2B5EF4-FFF2-40B4-BE49-F238E27FC236}">
                <a16:creationId xmlns:a16="http://schemas.microsoft.com/office/drawing/2014/main" id="{354DA26D-2D89-48B0-8986-4AFA1E25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o Explora JYZ">
            <a:extLst xmlns:a="http://schemas.openxmlformats.org/drawingml/2006/main">
              <a:ext uri="{FF2B5EF4-FFF2-40B4-BE49-F238E27FC236}">
                <a16:creationId xmlns:a16="http://schemas.microsoft.com/office/drawing/2014/main" id="{7BE874D0-734D-4539-968D-0C1BB927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Explora JYZ</a:t>
            </a:r>
          </a:p>
        </p:txBody>
      </p:sp>
      <p:sp>
        <p:nvSpPr>
          <p:cNvPr id="7" name="Texto Ve los trabajos y, cuando se publiq">
            <a:extLst xmlns:a="http://schemas.openxmlformats.org/drawingml/2006/main">
              <a:ext uri="{FF2B5EF4-FFF2-40B4-BE49-F238E27FC236}">
                <a16:creationId xmlns:a16="http://schemas.microsoft.com/office/drawing/2014/main" id="{DE9757E9-80B1-4B7F-8D7A-8FE4A5EC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43150"/>
            <a:ext cx="5010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D7CE"/>
                </a:solidFill>
                <a:latin typeface="Arial"/>
                <a:ea typeface="Arial"/>
                <a:cs typeface="Arial"/>
              </a:rPr>
              <a:t>Ve los trabajos y, cuando se publiquen, los productos.</a:t>
            </a:r>
          </a:p>
        </p:txBody>
      </p:sp>
      <p:sp>
        <p:nvSpPr>
          <p:cNvPr id="8" name="Texto 02">
            <a:extLst xmlns:a="http://schemas.openxmlformats.org/drawingml/2006/main">
              <a:ext uri="{FF2B5EF4-FFF2-40B4-BE49-F238E27FC236}">
                <a16:creationId xmlns:a16="http://schemas.microsoft.com/office/drawing/2014/main" id="{85196B07-7147-4687-9A14-B95C5D12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o Prepara su consulta">
            <a:extLst xmlns:a="http://schemas.openxmlformats.org/drawingml/2006/main">
              <a:ext uri="{FF2B5EF4-FFF2-40B4-BE49-F238E27FC236}">
                <a16:creationId xmlns:a16="http://schemas.microsoft.com/office/drawing/2014/main" id="{06217923-3BDD-43C3-BB82-ADC0ADF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Prepara su consulta</a:t>
            </a:r>
          </a:p>
        </p:txBody>
      </p:sp>
      <p:sp>
        <p:nvSpPr>
          <p:cNvPr id="10" name="Texto Describe su idea o pulsa «Quiero es">
            <a:extLst xmlns:a="http://schemas.openxmlformats.org/drawingml/2006/main">
              <a:ext uri="{FF2B5EF4-FFF2-40B4-BE49-F238E27FC236}">
                <a16:creationId xmlns:a16="http://schemas.microsoft.com/office/drawing/2014/main" id="{15953012-556C-4B94-B5EA-0B270A4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5010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D7CE"/>
                </a:solidFill>
                <a:latin typeface="Arial"/>
                <a:ea typeface="Arial"/>
                <a:cs typeface="Arial"/>
              </a:rPr>
              <a:t>Describe su idea o pulsa «Quiero este producto» en una ficha.</a:t>
            </a:r>
          </a:p>
        </p:txBody>
      </p:sp>
      <p:sp>
        <p:nvSpPr>
          <p:cNvPr id="11" name="Texto 03">
            <a:extLst xmlns:a="http://schemas.openxmlformats.org/drawingml/2006/main">
              <a:ext uri="{FF2B5EF4-FFF2-40B4-BE49-F238E27FC236}">
                <a16:creationId xmlns:a16="http://schemas.microsoft.com/office/drawing/2014/main" id="{49E18EFC-8AD6-4B07-B7BC-AAD37E9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o Abre WhatsApp y envía">
            <a:extLst xmlns:a="http://schemas.openxmlformats.org/drawingml/2006/main">
              <a:ext uri="{FF2B5EF4-FFF2-40B4-BE49-F238E27FC236}">
                <a16:creationId xmlns:a16="http://schemas.microsoft.com/office/drawing/2014/main" id="{14E33DD1-B5F8-4AA7-8CE8-32277BFA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Abre WhatsApp y envía</a:t>
            </a:r>
          </a:p>
        </p:txBody>
      </p:sp>
      <p:sp>
        <p:nvSpPr>
          <p:cNvPr id="13" name="Texto Revisa el mensaje. Adjunta su diseñ">
            <a:extLst xmlns:a="http://schemas.openxmlformats.org/drawingml/2006/main">
              <a:ext uri="{FF2B5EF4-FFF2-40B4-BE49-F238E27FC236}">
                <a16:creationId xmlns:a16="http://schemas.microsoft.com/office/drawing/2014/main" id="{CFBC8E71-3C51-46D3-B7EE-66CB94B7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5010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D7CE"/>
                </a:solidFill>
                <a:latin typeface="Arial"/>
                <a:ea typeface="Arial"/>
                <a:cs typeface="Arial"/>
              </a:rPr>
              <a:t>Revisa el mensaje. Adjunta su diseño dentro del chat.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BADB8-9647-4D75-A842-9E256FA89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d3d0a24fd45ee"/>
          <a:stretch xmlns:a="http://schemas.openxmlformats.org/drawingml/2006/main"/>
        </p:blipFill>
        <p:spPr>
          <a:xfrm xmlns:a="http://schemas.openxmlformats.org/drawingml/2006/main">
            <a:off x="6667500" y="2077090"/>
            <a:ext cx="4905375" cy="2760970"/>
          </a:xfrm>
          <a:prstGeom xmlns:a="http://schemas.openxmlformats.org/drawingml/2006/main" prst="rect">
            <a:avLst/>
          </a:prstGeom>
        </p:spPr>
      </p:pic>
      <p:sp>
        <p:nvSpPr>
          <p:cNvPr id="15" name="Texto El negocio acuerda precio y entrega">
            <a:extLst xmlns:a="http://schemas.openxmlformats.org/drawingml/2006/main">
              <a:ext uri="{FF2B5EF4-FFF2-40B4-BE49-F238E27FC236}">
                <a16:creationId xmlns:a16="http://schemas.microsoft.com/office/drawing/2014/main" id="{1DA3D724-BF8E-432F-818D-784CCAC0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El negocio acuerda precio y entrega en el chat. La web no cobra, no envía automáticamente ni guarda pedidos.</a:t>
            </a:r>
          </a:p>
        </p:txBody>
      </p:sp>
    </p:spTree>
    <p:extLst>
      <p:ext uri="{BB962C8B-B14F-4D97-AF65-F5344CB8AC3E}">
        <p14:creationId xmlns:p14="http://schemas.microsoft.com/office/powerpoint/2010/main" val="1892079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o ACCESO PRIVADO">
            <a:extLst xmlns:a="http://schemas.openxmlformats.org/drawingml/2006/main">
              <a:ext uri="{FF2B5EF4-FFF2-40B4-BE49-F238E27FC236}">
                <a16:creationId xmlns:a16="http://schemas.microsoft.com/office/drawing/2014/main" id="{91F713D4-D034-42A5-82D3-7BF382AD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ACCESO PRIVADO</a:t>
            </a:r>
          </a:p>
        </p:txBody>
      </p:sp>
      <p:sp>
        <p:nvSpPr>
          <p:cNvPr id="2" name="Texto Entrar al panel.">
            <a:extLst xmlns:a="http://schemas.openxmlformats.org/drawingml/2006/main">
              <a:ext uri="{FF2B5EF4-FFF2-40B4-BE49-F238E27FC236}">
                <a16:creationId xmlns:a16="http://schemas.microsoft.com/office/drawing/2014/main" id="{D2317843-377B-4F5A-8FF9-13944674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Entrar al panel.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B47EC19C-2417-4691-845D-B9018572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4">
            <a:extLst xmlns:a="http://schemas.openxmlformats.org/drawingml/2006/main">
              <a:ext uri="{FF2B5EF4-FFF2-40B4-BE49-F238E27FC236}">
                <a16:creationId xmlns:a16="http://schemas.microsoft.com/office/drawing/2014/main" id="{80F94B3F-FF72-4F9B-9F14-A43AADC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o jyz-web-production.up.railway.app/a">
            <a:extLst xmlns:a="http://schemas.openxmlformats.org/drawingml/2006/main">
              <a:ext uri="{FF2B5EF4-FFF2-40B4-BE49-F238E27FC236}">
                <a16:creationId xmlns:a16="http://schemas.microsoft.com/office/drawing/2014/main" id="{CBE447C4-96F0-4761-8180-36776C8B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10D"/>
                </a:solidFill>
                <a:latin typeface="Arial"/>
                <a:ea typeface="Arial"/>
                <a:cs typeface="Arial"/>
                <a:hlinkClick xmlns:r="http://schemas.openxmlformats.org/officeDocument/2006/relationships" r:id="R528a76a841e54979"/>
              </a:rPr>
              <a:t>jyz-web-production.up.railway.app/admin/</a:t>
            </a:r>
          </a:p>
        </p:txBody>
      </p:sp>
      <p:sp>
        <p:nvSpPr>
          <p:cNvPr id="6" name="Texto 01">
            <a:extLst xmlns:a="http://schemas.openxmlformats.org/drawingml/2006/main">
              <a:ext uri="{FF2B5EF4-FFF2-40B4-BE49-F238E27FC236}">
                <a16:creationId xmlns:a16="http://schemas.microsoft.com/office/drawing/2014/main" id="{172AF2D8-01B6-41D3-BAB9-121112C2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o Primer acceso: protección del panel">
            <a:extLst xmlns:a="http://schemas.openxmlformats.org/drawingml/2006/main">
              <a:ext uri="{FF2B5EF4-FFF2-40B4-BE49-F238E27FC236}">
                <a16:creationId xmlns:a16="http://schemas.microsoft.com/office/drawing/2014/main" id="{F235B1C2-D7FB-4D75-977C-3ED1301B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19375"/>
            <a:ext cx="4581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Primer acceso: protección del panel</a:t>
            </a:r>
          </a:p>
        </p:txBody>
      </p:sp>
      <p:sp>
        <p:nvSpPr>
          <p:cNvPr id="8" name="Texto Use el usuario y la contraseña reci">
            <a:extLst xmlns:a="http://schemas.openxmlformats.org/drawingml/2006/main">
              <a:ext uri="{FF2B5EF4-FFF2-40B4-BE49-F238E27FC236}">
                <a16:creationId xmlns:a16="http://schemas.microsoft.com/office/drawing/2014/main" id="{86C42704-905E-4C8B-AD3B-6FB8584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45815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Use el usuario y la contraseña recibidos por el canal privado.</a:t>
            </a:r>
          </a:p>
        </p:txBody>
      </p:sp>
      <p:sp>
        <p:nvSpPr>
          <p:cNvPr id="9" name="Texto 02">
            <a:extLst xmlns:a="http://schemas.openxmlformats.org/drawingml/2006/main">
              <a:ext uri="{FF2B5EF4-FFF2-40B4-BE49-F238E27FC236}">
                <a16:creationId xmlns:a16="http://schemas.microsoft.com/office/drawing/2014/main" id="{6339325E-47F3-4EBC-9F38-AEA5E66C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o Segundo acceso: Mryoan">
            <a:extLst xmlns:a="http://schemas.openxmlformats.org/drawingml/2006/main">
              <a:ext uri="{FF2B5EF4-FFF2-40B4-BE49-F238E27FC236}">
                <a16:creationId xmlns:a16="http://schemas.microsoft.com/office/drawing/2014/main" id="{68C029D7-8F04-4590-B43E-FD8D136B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581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Segundo acceso: Mryoan</a:t>
            </a:r>
          </a:p>
        </p:txBody>
      </p:sp>
      <p:sp>
        <p:nvSpPr>
          <p:cNvPr id="11" name="Texto Usuario: Mryoan. Respete las mayúsc">
            <a:extLst xmlns:a="http://schemas.openxmlformats.org/drawingml/2006/main">
              <a:ext uri="{FF2B5EF4-FFF2-40B4-BE49-F238E27FC236}">
                <a16:creationId xmlns:a16="http://schemas.microsoft.com/office/drawing/2014/main" id="{7CB39BDE-2120-4731-ADFC-CAD47A9D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45815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Usuario: Mryoan. Respete las mayúsculas y use su contraseña.</a:t>
            </a:r>
          </a:p>
        </p:txBody>
      </p:sp>
      <p:sp>
        <p:nvSpPr>
          <p:cNvPr id="12" name="Texto Al entrar por primera vez">
            <a:extLst xmlns:a="http://schemas.openxmlformats.org/drawingml/2006/main">
              <a:ext uri="{FF2B5EF4-FFF2-40B4-BE49-F238E27FC236}">
                <a16:creationId xmlns:a16="http://schemas.microsoft.com/office/drawing/2014/main" id="{D8EB781E-A266-4B00-874F-4D083923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Al entrar por primera vez</a:t>
            </a:r>
          </a:p>
        </p:txBody>
      </p:sp>
      <p:sp>
        <p:nvSpPr>
          <p:cNvPr id="13" name="Texto Pulse «Cambiar contraseña» y elija ">
            <a:extLst xmlns:a="http://schemas.openxmlformats.org/drawingml/2006/main">
              <a:ext uri="{FF2B5EF4-FFF2-40B4-BE49-F238E27FC236}">
                <a16:creationId xmlns:a16="http://schemas.microsoft.com/office/drawing/2014/main" id="{880DD28F-C7C4-47AA-A9C7-729C6236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Pulse «Cambiar contraseña» y elija una propia.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Los accesos de protección y de Mryoan son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Al terminar, use «Cerrar sesión».</a:t>
            </a:r>
          </a:p>
        </p:txBody>
      </p:sp>
    </p:spTree>
    <p:extLst>
      <p:ext uri="{BB962C8B-B14F-4D97-AF65-F5344CB8AC3E}">
        <p14:creationId xmlns:p14="http://schemas.microsoft.com/office/powerpoint/2010/main" val="1485686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 ADMINISTRACIÓN">
            <a:extLst xmlns:a="http://schemas.openxmlformats.org/drawingml/2006/main">
              <a:ext uri="{FF2B5EF4-FFF2-40B4-BE49-F238E27FC236}">
                <a16:creationId xmlns:a16="http://schemas.microsoft.com/office/drawing/2014/main" id="{D1617725-A788-499E-9B29-733F3C51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Texto Productos: el espacio de trabajo.">
            <a:extLst xmlns:a="http://schemas.openxmlformats.org/drawingml/2006/main">
              <a:ext uri="{FF2B5EF4-FFF2-40B4-BE49-F238E27FC236}">
                <a16:creationId xmlns:a16="http://schemas.microsoft.com/office/drawing/2014/main" id="{549C5B45-5D43-41AC-8092-A6331969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Productos: el espacio de trabajo.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BE396343-9D9F-4BD1-ADC2-D7F77DDB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5">
            <a:extLst xmlns:a="http://schemas.openxmlformats.org/drawingml/2006/main">
              <a:ext uri="{FF2B5EF4-FFF2-40B4-BE49-F238E27FC236}">
                <a16:creationId xmlns:a16="http://schemas.microsoft.com/office/drawing/2014/main" id="{9F6351E1-AAED-4295-BC70-3C7FBB7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5289B-1807-48B5-8B3D-3627F19AD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fd686daeb4114"/>
          <a:stretch xmlns:a="http://schemas.openxmlformats.org/drawingml/2006/main"/>
        </p:blipFill>
        <p:spPr>
          <a:xfrm xmlns:a="http://schemas.openxmlformats.org/drawingml/2006/main">
            <a:off x="611894" y="1838325"/>
            <a:ext cx="7463011" cy="4200525"/>
          </a:xfrm>
          <a:prstGeom xmlns:a="http://schemas.openxmlformats.org/drawingml/2006/main" prst="rect">
            <a:avLst/>
          </a:prstGeom>
        </p:spPr>
      </p:pic>
      <p:sp>
        <p:nvSpPr>
          <p:cNvPr id="6" name="Texto Vista de demostración con datos de ">
            <a:extLst xmlns:a="http://schemas.openxmlformats.org/drawingml/2006/main">
              <a:ext uri="{FF2B5EF4-FFF2-40B4-BE49-F238E27FC236}">
                <a16:creationId xmlns:a16="http://schemas.microsoft.com/office/drawing/2014/main" id="{DA041DCE-24AA-4AC5-BD51-D7EA67F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746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Vista de demostración con datos de prueba; no es el catálogo comercial.</a:t>
            </a:r>
          </a:p>
        </p:txBody>
      </p:sp>
      <p:sp>
        <p:nvSpPr>
          <p:cNvPr id="7" name="Texto Agregar">
            <a:extLst xmlns:a="http://schemas.openxmlformats.org/drawingml/2006/main">
              <a:ext uri="{FF2B5EF4-FFF2-40B4-BE49-F238E27FC236}">
                <a16:creationId xmlns:a16="http://schemas.microsoft.com/office/drawing/2014/main" id="{CC1AA380-3DA7-4809-9511-38039145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Agregar</a:t>
            </a:r>
          </a:p>
        </p:txBody>
      </p:sp>
      <p:sp>
        <p:nvSpPr>
          <p:cNvPr id="8" name="Texto Cree una ficha nueva con los datos ">
            <a:extLst xmlns:a="http://schemas.openxmlformats.org/drawingml/2006/main">
              <a:ext uri="{FF2B5EF4-FFF2-40B4-BE49-F238E27FC236}">
                <a16:creationId xmlns:a16="http://schemas.microsoft.com/office/drawing/2014/main" id="{063A426C-2DB1-4D68-B5D1-F6CDD5B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Cree una ficha nueva con los datos reales.</a:t>
            </a:r>
          </a:p>
        </p:txBody>
      </p:sp>
      <p:sp>
        <p:nvSpPr>
          <p:cNvPr id="9" name="Texto Editar">
            <a:extLst xmlns:a="http://schemas.openxmlformats.org/drawingml/2006/main">
              <a:ext uri="{FF2B5EF4-FFF2-40B4-BE49-F238E27FC236}">
                <a16:creationId xmlns:a16="http://schemas.microsoft.com/office/drawing/2014/main" id="{2FE4F715-9F8B-4959-AB41-ECF94EFE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Editar</a:t>
            </a:r>
          </a:p>
        </p:txBody>
      </p:sp>
      <p:sp>
        <p:nvSpPr>
          <p:cNvPr id="10" name="Texto Pulse el nombre y guarde sus cambio">
            <a:extLst xmlns:a="http://schemas.openxmlformats.org/drawingml/2006/main">
              <a:ext uri="{FF2B5EF4-FFF2-40B4-BE49-F238E27FC236}">
                <a16:creationId xmlns:a16="http://schemas.microsoft.com/office/drawing/2014/main" id="{09D40B72-4E2A-431C-9A0C-23309D76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67175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Pulse el nombre y guarde sus cambios.</a:t>
            </a:r>
          </a:p>
        </p:txBody>
      </p:sp>
      <p:sp>
        <p:nvSpPr>
          <p:cNvPr id="11" name="Texto Ocultar">
            <a:extLst xmlns:a="http://schemas.openxmlformats.org/drawingml/2006/main">
              <a:ext uri="{FF2B5EF4-FFF2-40B4-BE49-F238E27FC236}">
                <a16:creationId xmlns:a16="http://schemas.microsoft.com/office/drawing/2014/main" id="{7BADA8D2-C8BF-4D7D-9241-76E5043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Ocultar</a:t>
            </a:r>
          </a:p>
        </p:txBody>
      </p:sp>
      <p:sp>
        <p:nvSpPr>
          <p:cNvPr id="12" name="Texto Desmarque «Publicado». No necesita ">
            <a:extLst xmlns:a="http://schemas.openxmlformats.org/drawingml/2006/main">
              <a:ext uri="{FF2B5EF4-FFF2-40B4-BE49-F238E27FC236}">
                <a16:creationId xmlns:a16="http://schemas.microsoft.com/office/drawing/2014/main" id="{16713020-08B8-4168-A50F-CCD58B8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62600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Desmarque «Publicado». No necesita borrar.</a:t>
            </a:r>
          </a:p>
        </p:txBody>
      </p:sp>
    </p:spTree>
    <p:extLst>
      <p:ext uri="{BB962C8B-B14F-4D97-AF65-F5344CB8AC3E}">
        <p14:creationId xmlns:p14="http://schemas.microsoft.com/office/powerpoint/2010/main" val="676286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 PRODUCTOS">
            <a:extLst xmlns:a="http://schemas.openxmlformats.org/drawingml/2006/main">
              <a:ext uri="{FF2B5EF4-FFF2-40B4-BE49-F238E27FC236}">
                <a16:creationId xmlns:a16="http://schemas.microsoft.com/office/drawing/2014/main" id="{3AF33B12-BDBE-4EE6-901F-33E74B18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PRODUCTOS</a:t>
            </a:r>
          </a:p>
        </p:txBody>
      </p:sp>
      <p:sp>
        <p:nvSpPr>
          <p:cNvPr id="2" name="Texto Crear una ficha con información rea">
            <a:extLst xmlns:a="http://schemas.openxmlformats.org/drawingml/2006/main">
              <a:ext uri="{FF2B5EF4-FFF2-40B4-BE49-F238E27FC236}">
                <a16:creationId xmlns:a16="http://schemas.microsoft.com/office/drawing/2014/main" id="{DE4B26D2-388B-462D-9B8D-AC4CDFFC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Crear una ficha con información real.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91B6A9C1-561C-48AB-A5E4-B5376E01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6">
            <a:extLst xmlns:a="http://schemas.openxmlformats.org/drawingml/2006/main">
              <a:ext uri="{FF2B5EF4-FFF2-40B4-BE49-F238E27FC236}">
                <a16:creationId xmlns:a16="http://schemas.microsoft.com/office/drawing/2014/main" id="{6BCA171C-F1C0-4D28-B9AB-F9685C6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o Productos → Agregar producto">
            <a:extLst xmlns:a="http://schemas.openxmlformats.org/drawingml/2006/main">
              <a:ext uri="{FF2B5EF4-FFF2-40B4-BE49-F238E27FC236}">
                <a16:creationId xmlns:a16="http://schemas.microsoft.com/office/drawing/2014/main" id="{554111F7-325D-46FD-9323-B9BAF43D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Productos → Agregar producto</a:t>
            </a:r>
          </a:p>
        </p:txBody>
      </p:sp>
      <p:sp>
        <p:nvSpPr>
          <p:cNvPr id="6" name="Texto Nombre y descripción&#10;Explique qué s">
            <a:extLst xmlns:a="http://schemas.openxmlformats.org/drawingml/2006/main">
              <a:ext uri="{FF2B5EF4-FFF2-40B4-BE49-F238E27FC236}">
                <a16:creationId xmlns:a16="http://schemas.microsoft.com/office/drawing/2014/main" id="{64E2C6FF-4466-4401-BBF3-D5D7286B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81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Nombre y descripción</a:t>
            </a:r>
          </a:p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Explique qué se ofrece con datos confirmados.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Categoría y tallas/opciones</a:t>
            </a:r>
          </a:p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Incluya solamente lo que sí puede ofrecer.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Foto y descripción de la foto</a:t>
            </a:r>
          </a:p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Use material autorizado y describa lo que se ve.</a:t>
            </a:r>
          </a:p>
        </p:txBody>
      </p:sp>
      <p:sp>
        <p:nvSpPr>
          <p:cNvPr id="7" name="Texto Primer guardado: deje «Publicado» s">
            <a:extLst xmlns:a="http://schemas.openxmlformats.org/drawingml/2006/main">
              <a:ext uri="{FF2B5EF4-FFF2-40B4-BE49-F238E27FC236}">
                <a16:creationId xmlns:a16="http://schemas.microsoft.com/office/drawing/2014/main" id="{F76B3ACA-D277-4F7C-80C5-30F5D970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Primer guardado: deje «Publicado» sin marcar.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694F7-5D42-4C74-B2DB-8E6A2AEE2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628d3e9244e4b"/>
          <a:stretch xmlns:a="http://schemas.openxmlformats.org/drawingml/2006/main"/>
        </p:blipFill>
        <p:spPr>
          <a:xfrm xmlns:a="http://schemas.openxmlformats.org/drawingml/2006/main">
            <a:off x="6296025" y="2107980"/>
            <a:ext cx="5286375" cy="2975414"/>
          </a:xfrm>
          <a:prstGeom xmlns:a="http://schemas.openxmlformats.org/drawingml/2006/main" prst="rect">
            <a:avLst/>
          </a:prstGeom>
        </p:spPr>
      </p:pic>
      <p:sp>
        <p:nvSpPr>
          <p:cNvPr id="9" name="Texto Captura de demostración. Para un pr">
            <a:extLst xmlns:a="http://schemas.openxmlformats.org/drawingml/2006/main">
              <a:ext uri="{FF2B5EF4-FFF2-40B4-BE49-F238E27FC236}">
                <a16:creationId xmlns:a16="http://schemas.microsoft.com/office/drawing/2014/main" id="{707DF4CC-D825-41F0-BB46-634A629B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314950"/>
            <a:ext cx="5191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Captura de demostración. Para un producto real, deje «Dato de ejemplo» sin marcar; no reutilice una ficha inventada.</a:t>
            </a:r>
          </a:p>
        </p:txBody>
      </p:sp>
    </p:spTree>
    <p:extLst>
      <p:ext uri="{BB962C8B-B14F-4D97-AF65-F5344CB8AC3E}">
        <p14:creationId xmlns:p14="http://schemas.microsoft.com/office/powerpoint/2010/main" val="1814684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 UN CAMPO QUE REQUIERE CUIDADO">
            <a:extLst xmlns:a="http://schemas.openxmlformats.org/drawingml/2006/main">
              <a:ext uri="{FF2B5EF4-FFF2-40B4-BE49-F238E27FC236}">
                <a16:creationId xmlns:a16="http://schemas.microsoft.com/office/drawing/2014/main" id="{3956DF5A-5689-4752-BFFF-CECDDCC8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UN CAMPO QUE REQUIERE CUIDADO</a:t>
            </a:r>
          </a:p>
        </p:txBody>
      </p:sp>
      <p:sp>
        <p:nvSpPr>
          <p:cNvPr id="2" name="Texto Tallas y opciones: cómo escribirlas">
            <a:extLst xmlns:a="http://schemas.openxmlformats.org/drawingml/2006/main">
              <a:ext uri="{FF2B5EF4-FFF2-40B4-BE49-F238E27FC236}">
                <a16:creationId xmlns:a16="http://schemas.microsoft.com/office/drawing/2014/main" id="{862F8E4B-775C-48A2-81DE-498F822F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Tallas y opciones: cómo escribirlas.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5BEC43FB-56FE-4C1D-B6A4-411B174B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7">
            <a:extLst xmlns:a="http://schemas.openxmlformats.org/drawingml/2006/main">
              <a:ext uri="{FF2B5EF4-FFF2-40B4-BE49-F238E27FC236}">
                <a16:creationId xmlns:a16="http://schemas.microsoft.com/office/drawing/2014/main" id="{A2B832B0-BC30-4F46-8906-6DAF25E1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exto El campo actual usa una lista.">
            <a:extLst xmlns:a="http://schemas.openxmlformats.org/drawingml/2006/main">
              <a:ext uri="{FF2B5EF4-FFF2-40B4-BE49-F238E27FC236}">
                <a16:creationId xmlns:a16="http://schemas.microsoft.com/office/drawing/2014/main" id="{2A2FEB74-927E-4906-973A-4C59BFB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El campo actual usa una lista.</a:t>
            </a:r>
          </a:p>
        </p:txBody>
      </p:sp>
      <p:sp>
        <p:nvSpPr>
          <p:cNvPr id="6" name="Texto Ejemplo de formato">
            <a:extLst xmlns:a="http://schemas.openxmlformats.org/drawingml/2006/main">
              <a:ext uri="{FF2B5EF4-FFF2-40B4-BE49-F238E27FC236}">
                <a16:creationId xmlns:a16="http://schemas.microsoft.com/office/drawing/2014/main" id="{D31524A1-F06C-4E13-ABF6-7EF6A917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Ejemplo de formato</a:t>
            </a:r>
          </a:p>
        </p:txBody>
      </p:sp>
      <p:sp>
        <p:nvSpPr>
          <p:cNvPr id="7" name="Texto [&quot;S&quot;, &quot;M&quot;, &quot;L&quot;]">
            <a:extLst xmlns:a="http://schemas.openxmlformats.org/drawingml/2006/main">
              <a:ext uri="{FF2B5EF4-FFF2-40B4-BE49-F238E27FC236}">
                <a16:creationId xmlns:a16="http://schemas.microsoft.com/office/drawing/2014/main" id="{7F981980-7C21-44D4-B9DE-74380463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["S", "M", "L"]</a:t>
            </a:r>
          </a:p>
        </p:txBody>
      </p:sp>
      <p:sp>
        <p:nvSpPr>
          <p:cNvPr id="8" name="Texto Este ejemplo no confirma las tallas">
            <a:extLst xmlns:a="http://schemas.openxmlformats.org/drawingml/2006/main">
              <a:ext uri="{FF2B5EF4-FFF2-40B4-BE49-F238E27FC236}">
                <a16:creationId xmlns:a16="http://schemas.microsoft.com/office/drawing/2014/main" id="{45ECEB9B-0F37-4D56-824B-4F40A74D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Este ejemplo no confirma las tallas disponibles de JYZ.</a:t>
            </a:r>
          </a:p>
        </p:txBody>
      </p:sp>
      <p:sp>
        <p:nvSpPr>
          <p:cNvPr id="9" name="Texto Corchetes al inicio y al final.&#10;Com">
            <a:extLst xmlns:a="http://schemas.openxmlformats.org/drawingml/2006/main">
              <a:ext uri="{FF2B5EF4-FFF2-40B4-BE49-F238E27FC236}">
                <a16:creationId xmlns:a16="http://schemas.microsoft.com/office/drawing/2014/main" id="{C14ABEA0-D70A-4F3C-A2A2-67CB2E0F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381250"/>
            <a:ext cx="3476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Corchetes al inicio y al final.</a:t>
            </a:r>
          </a:p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Comillas dobles en cada opción.</a:t>
            </a:r>
          </a:p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Comas entre las opciones.</a:t>
            </a:r>
          </a:p>
        </p:txBody>
      </p:sp>
      <p:sp>
        <p:nvSpPr>
          <p:cNvPr id="10" name="Texto Si aún no hay opciones confirmadas,">
            <a:extLst xmlns:a="http://schemas.openxmlformats.org/drawingml/2006/main">
              <a:ext uri="{FF2B5EF4-FFF2-40B4-BE49-F238E27FC236}">
                <a16:creationId xmlns:a16="http://schemas.microsoft.com/office/drawing/2014/main" id="{343DC2F7-D135-46DB-8386-930BC782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610100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Si aún no hay opciones confirmadas, escriba:</a:t>
            </a:r>
          </a:p>
        </p:txBody>
      </p:sp>
      <p:sp>
        <p:nvSpPr>
          <p:cNvPr id="11" name="Texto []">
            <a:extLst xmlns:a="http://schemas.openxmlformats.org/drawingml/2006/main">
              <a:ext uri="{FF2B5EF4-FFF2-40B4-BE49-F238E27FC236}">
                <a16:creationId xmlns:a16="http://schemas.microsoft.com/office/drawing/2014/main" id="{6D4075D6-5D56-4E94-ADB1-B6BD574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5054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1628806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 CARGA DE IMÁGENES">
            <a:extLst xmlns:a="http://schemas.openxmlformats.org/drawingml/2006/main">
              <a:ext uri="{FF2B5EF4-FFF2-40B4-BE49-F238E27FC236}">
                <a16:creationId xmlns:a16="http://schemas.microsoft.com/office/drawing/2014/main" id="{6B68D758-1B87-4D2E-B622-0B235C2E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CARGA DE IMÁGENES</a:t>
            </a:r>
          </a:p>
        </p:txBody>
      </p:sp>
      <p:sp>
        <p:nvSpPr>
          <p:cNvPr id="2" name="Texto Fotos ligeras, originales a salvo.">
            <a:extLst xmlns:a="http://schemas.openxmlformats.org/drawingml/2006/main">
              <a:ext uri="{FF2B5EF4-FFF2-40B4-BE49-F238E27FC236}">
                <a16:creationId xmlns:a16="http://schemas.microsoft.com/office/drawing/2014/main" id="{59FA073D-9C53-4A09-AD8E-5243DE61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Fotos ligeras, originales a salvo.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2AFBDDDF-4444-4392-A211-4C46C3E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6AD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8">
            <a:extLst xmlns:a="http://schemas.openxmlformats.org/drawingml/2006/main">
              <a:ext uri="{FF2B5EF4-FFF2-40B4-BE49-F238E27FC236}">
                <a16:creationId xmlns:a16="http://schemas.microsoft.com/office/drawing/2014/main" id="{E3A0B827-28B5-4431-8F4B-81F7D543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o Puede cargar">
            <a:extLst xmlns:a="http://schemas.openxmlformats.org/drawingml/2006/main">
              <a:ext uri="{FF2B5EF4-FFF2-40B4-BE49-F238E27FC236}">
                <a16:creationId xmlns:a16="http://schemas.microsoft.com/office/drawing/2014/main" id="{42DCB8F7-168F-41A9-9806-49972047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Puede cargar</a:t>
            </a:r>
          </a:p>
        </p:txBody>
      </p:sp>
      <p:sp>
        <p:nvSpPr>
          <p:cNvPr id="6" name="Texto JPEG, PNG o WebP estático.&#10;Hasta 5 ">
            <a:extLst xmlns:a="http://schemas.openxmlformats.org/drawingml/2006/main">
              <a:ext uri="{FF2B5EF4-FFF2-40B4-BE49-F238E27FC236}">
                <a16:creationId xmlns:a16="http://schemas.microsoft.com/office/drawing/2014/main" id="{FE435372-0CDB-4F14-BCDC-041AEFDE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953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JPEG, PNG o WebP estático.</a:t>
            </a:r>
          </a:p>
          <a:p xmlns:a="http://schemas.openxmlformats.org/drawingml/2006/main">
            <a:pPr algn="l">
              <a:defRPr sz="2100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Hasta 5 MB por archivo y 16 megapíxeles.</a:t>
            </a:r>
          </a:p>
        </p:txBody>
      </p:sp>
      <p:sp>
        <p:nvSpPr>
          <p:cNvPr id="7" name="Texto La web las optimiza por usted">
            <a:extLst xmlns:a="http://schemas.openxmlformats.org/drawingml/2006/main">
              <a:ext uri="{FF2B5EF4-FFF2-40B4-BE49-F238E27FC236}">
                <a16:creationId xmlns:a16="http://schemas.microsoft.com/office/drawing/2014/main" id="{B6E3415C-6401-42EC-BE34-1440BF6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La web las optimiza por usted</a:t>
            </a:r>
          </a:p>
        </p:txBody>
      </p:sp>
      <p:sp>
        <p:nvSpPr>
          <p:cNvPr id="8" name="Texto Convierte a WebP y limita la copia ">
            <a:extLst xmlns:a="http://schemas.openxmlformats.org/drawingml/2006/main">
              <a:ext uri="{FF2B5EF4-FFF2-40B4-BE49-F238E27FC236}">
                <a16:creationId xmlns:a16="http://schemas.microsoft.com/office/drawing/2014/main" id="{B93289BD-7911-4EE8-9C8A-211E94F1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595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Convierte a WebP y limita la copia web a 1600 px y 500 KB. No necesita convertir antes.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DDC97-E5E8-498F-91A3-910A38E9CD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6b82c86d84d0b"/>
          <a:stretch xmlns:a="http://schemas.openxmlformats.org/drawingml/2006/main"/>
        </p:blipFill>
        <p:spPr>
          <a:xfrm xmlns:a="http://schemas.openxmlformats.org/drawingml/2006/main">
            <a:off x="8223796" y="1762125"/>
            <a:ext cx="1926134" cy="4286250"/>
          </a:xfrm>
          <a:prstGeom xmlns:a="http://schemas.openxmlformats.org/drawingml/2006/main" prst="rect">
            <a:avLst/>
          </a:prstGeom>
        </p:spPr>
      </p:pic>
      <p:sp>
        <p:nvSpPr>
          <p:cNvPr id="10" name="Texto Conserve el original para impresión">
            <a:extLst xmlns:a="http://schemas.openxmlformats.org/drawingml/2006/main">
              <a:ext uri="{FF2B5EF4-FFF2-40B4-BE49-F238E27FC236}">
                <a16:creationId xmlns:a16="http://schemas.microsoft.com/office/drawing/2014/main" id="{4DF84E05-3AFE-416E-99B9-668FD873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76950"/>
            <a:ext cx="4257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Conserve el original para impresión.</a:t>
            </a:r>
          </a:p>
        </p:txBody>
      </p:sp>
    </p:spTree>
    <p:extLst>
      <p:ext uri="{BB962C8B-B14F-4D97-AF65-F5344CB8AC3E}">
        <p14:creationId xmlns:p14="http://schemas.microsoft.com/office/powerpoint/2010/main" val="1722004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o FOTOS MÚLTIPLES">
            <a:extLst xmlns:a="http://schemas.openxmlformats.org/drawingml/2006/main">
              <a:ext uri="{FF2B5EF4-FFF2-40B4-BE49-F238E27FC236}">
                <a16:creationId xmlns:a16="http://schemas.microsoft.com/office/drawing/2014/main" id="{EC98BB8E-F2AF-467C-A07F-7BA8949C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FOTOS MÚLTIPLES</a:t>
            </a:r>
          </a:p>
        </p:txBody>
      </p:sp>
      <p:sp>
        <p:nvSpPr>
          <p:cNvPr id="2" name="Texto Un producto, varias vistas.">
            <a:extLst xmlns:a="http://schemas.openxmlformats.org/drawingml/2006/main">
              <a:ext uri="{FF2B5EF4-FFF2-40B4-BE49-F238E27FC236}">
                <a16:creationId xmlns:a16="http://schemas.microsoft.com/office/drawing/2014/main" id="{114BD16D-F786-417A-80D3-EC25CB6D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Un producto, varias vistas.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303B3A70-72C5-4D7B-AF66-72AF7022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09">
            <a:extLst xmlns:a="http://schemas.openxmlformats.org/drawingml/2006/main">
              <a:ext uri="{FF2B5EF4-FFF2-40B4-BE49-F238E27FC236}">
                <a16:creationId xmlns:a16="http://schemas.microsoft.com/office/drawing/2014/main" id="{CC580BFA-3DAE-4E47-B95F-A32E5A92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o 01">
            <a:extLst xmlns:a="http://schemas.openxmlformats.org/drawingml/2006/main">
              <a:ext uri="{FF2B5EF4-FFF2-40B4-BE49-F238E27FC236}">
                <a16:creationId xmlns:a16="http://schemas.microsoft.com/office/drawing/2014/main" id="{E22C5B37-E192-4BD8-8C36-401005A5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o Agregue fotos en la ficha">
            <a:extLst xmlns:a="http://schemas.openxmlformats.org/drawingml/2006/main">
              <a:ext uri="{FF2B5EF4-FFF2-40B4-BE49-F238E27FC236}">
                <a16:creationId xmlns:a16="http://schemas.microsoft.com/office/drawing/2014/main" id="{49E32F8D-1C33-488F-AB61-68742F61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3575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Agregue fotos en la ficha</a:t>
            </a:r>
          </a:p>
        </p:txBody>
      </p:sp>
      <p:sp>
        <p:nvSpPr>
          <p:cNvPr id="7" name="Texto En el bloque inferior de imágenes, ">
            <a:extLst xmlns:a="http://schemas.openxmlformats.org/drawingml/2006/main">
              <a:ext uri="{FF2B5EF4-FFF2-40B4-BE49-F238E27FC236}">
                <a16:creationId xmlns:a16="http://schemas.microsoft.com/office/drawing/2014/main" id="{A4DC9ABA-4882-4E70-A5B7-CC3FB7F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548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En el bloque inferior de imágenes, cargue cada foto y su descripción.</a:t>
            </a:r>
          </a:p>
        </p:txBody>
      </p:sp>
      <p:sp>
        <p:nvSpPr>
          <p:cNvPr id="8" name="Texto 02">
            <a:extLst xmlns:a="http://schemas.openxmlformats.org/drawingml/2006/main">
              <a:ext uri="{FF2B5EF4-FFF2-40B4-BE49-F238E27FC236}">
                <a16:creationId xmlns:a16="http://schemas.microsoft.com/office/drawing/2014/main" id="{990FBF45-6EAE-46AE-9ABB-C3DF8EDD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o Ordene y guarde">
            <a:extLst xmlns:a="http://schemas.openxmlformats.org/drawingml/2006/main">
              <a:ext uri="{FF2B5EF4-FFF2-40B4-BE49-F238E27FC236}">
                <a16:creationId xmlns:a16="http://schemas.microsoft.com/office/drawing/2014/main" id="{2FA29C4A-CE64-46A1-BB43-E16F7050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90900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Ordene y guarde</a:t>
            </a:r>
          </a:p>
        </p:txBody>
      </p:sp>
      <p:sp>
        <p:nvSpPr>
          <p:cNvPr id="10" name="Texto Asigne Orden y marque Visible. Se p">
            <a:extLst xmlns:a="http://schemas.openxmlformats.org/drawingml/2006/main">
              <a:ext uri="{FF2B5EF4-FFF2-40B4-BE49-F238E27FC236}">
                <a16:creationId xmlns:a16="http://schemas.microsoft.com/office/drawing/2014/main" id="{3C555D76-7AC5-42DA-B6A8-A5525AE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548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Asigne Orden y marque Visible. Se permiten hasta seis fotos visibles.</a:t>
            </a:r>
          </a:p>
        </p:txBody>
      </p:sp>
      <p:sp>
        <p:nvSpPr>
          <p:cNvPr id="11" name="Texto 03">
            <a:extLst xmlns:a="http://schemas.openxmlformats.org/drawingml/2006/main">
              <a:ext uri="{FF2B5EF4-FFF2-40B4-BE49-F238E27FC236}">
                <a16:creationId xmlns:a16="http://schemas.microsoft.com/office/drawing/2014/main" id="{BDE04B7F-565C-4DF0-AC7A-0F55843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o Elija la portada y compruebe">
            <a:extLst xmlns:a="http://schemas.openxmlformats.org/drawingml/2006/main">
              <a:ext uri="{FF2B5EF4-FFF2-40B4-BE49-F238E27FC236}">
                <a16:creationId xmlns:a16="http://schemas.microsoft.com/office/drawing/2014/main" id="{38F05095-1154-4C19-9E15-09CEAA0A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48225"/>
            <a:ext cx="548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Elija la portada y compruebe</a:t>
            </a:r>
          </a:p>
        </p:txBody>
      </p:sp>
      <p:sp>
        <p:nvSpPr>
          <p:cNvPr id="13" name="Texto Después de guardar, seleccione una ">
            <a:extLst xmlns:a="http://schemas.openxmlformats.org/drawingml/2006/main">
              <a:ext uri="{FF2B5EF4-FFF2-40B4-BE49-F238E27FC236}">
                <a16:creationId xmlns:a16="http://schemas.microsoft.com/office/drawing/2014/main" id="{B53BA38E-D870-4B65-84E3-A434D2C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86375"/>
            <a:ext cx="548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Después de guardar, seleccione una foto activa del mismo producto como portada y guarde otra vez.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C528F-1F6D-4D8E-8527-6457FCE64B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c6a0c91ac4733"/>
          <a:stretch xmlns:a="http://schemas.openxmlformats.org/drawingml/2006/main"/>
        </p:blipFill>
        <p:spPr>
          <a:xfrm xmlns:a="http://schemas.openxmlformats.org/drawingml/2006/main">
            <a:off x="7658031" y="1819275"/>
            <a:ext cx="3505338" cy="3705225"/>
          </a:xfrm>
          <a:prstGeom xmlns:a="http://schemas.openxmlformats.org/drawingml/2006/main" prst="rect">
            <a:avLst/>
          </a:prstGeom>
        </p:spPr>
      </p:pic>
      <p:sp>
        <p:nvSpPr>
          <p:cNvPr id="15" name="Texto Frente, espalda y detalles en una f">
            <a:extLst xmlns:a="http://schemas.openxmlformats.org/drawingml/2006/main">
              <a:ext uri="{FF2B5EF4-FFF2-40B4-BE49-F238E27FC236}">
                <a16:creationId xmlns:a16="http://schemas.microsoft.com/office/drawing/2014/main" id="{9BB07D44-CD5E-4CC7-968D-17B6D3B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Frente, espalda y detalles en una ficha. Desactive Visible para retirar una foto.</a:t>
            </a:r>
          </a:p>
        </p:txBody>
      </p:sp>
    </p:spTree>
    <p:extLst>
      <p:ext uri="{BB962C8B-B14F-4D97-AF65-F5344CB8AC3E}">
        <p14:creationId xmlns:p14="http://schemas.microsoft.com/office/powerpoint/2010/main" val="895076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 PRODUCTOS EN LA WEB">
            <a:extLst xmlns:a="http://schemas.openxmlformats.org/drawingml/2006/main">
              <a:ext uri="{FF2B5EF4-FFF2-40B4-BE49-F238E27FC236}">
                <a16:creationId xmlns:a16="http://schemas.microsoft.com/office/drawing/2014/main" id="{CC7CF7E5-B510-4FE3-BE2F-A40CF486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PRODUCTOS EN LA WEB</a:t>
            </a:r>
          </a:p>
        </p:txBody>
      </p:sp>
      <p:sp>
        <p:nvSpPr>
          <p:cNvPr id="2" name="Texto Publicar, revisar y ocultar.">
            <a:extLst xmlns:a="http://schemas.openxmlformats.org/drawingml/2006/main">
              <a:ext uri="{FF2B5EF4-FFF2-40B4-BE49-F238E27FC236}">
                <a16:creationId xmlns:a16="http://schemas.microsoft.com/office/drawing/2014/main" id="{F19F8951-007B-4CE8-86DF-E14B7098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Publicar, revisar y ocultar.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C87510A1-2B05-49D3-A876-6EB39CC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0">
            <a:extLst xmlns:a="http://schemas.openxmlformats.org/drawingml/2006/main">
              <a:ext uri="{FF2B5EF4-FFF2-40B4-BE49-F238E27FC236}">
                <a16:creationId xmlns:a16="http://schemas.microsoft.com/office/drawing/2014/main" id="{51BD5EED-3DCB-48B6-8FEF-68FC008B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o 01  PUBLICAR">
            <a:extLst xmlns:a="http://schemas.openxmlformats.org/drawingml/2006/main">
              <a:ext uri="{FF2B5EF4-FFF2-40B4-BE49-F238E27FC236}">
                <a16:creationId xmlns:a16="http://schemas.microsoft.com/office/drawing/2014/main" id="{BEBF9BDA-46C2-4914-B85C-5BFE2A5B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01  PUBLICAR</a:t>
            </a:r>
          </a:p>
        </p:txBody>
      </p:sp>
      <p:sp>
        <p:nvSpPr>
          <p:cNvPr id="6" name="Texto Revise datos y fotos. Marque «Publi">
            <a:extLst xmlns:a="http://schemas.openxmlformats.org/drawingml/2006/main">
              <a:ext uri="{FF2B5EF4-FFF2-40B4-BE49-F238E27FC236}">
                <a16:creationId xmlns:a16="http://schemas.microsoft.com/office/drawing/2014/main" id="{5C026383-5647-4AD3-AF59-C26D15A8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Revise datos y fotos. Marque «Publicado» y pulse Guardar.</a:t>
            </a:r>
          </a:p>
        </p:txBody>
      </p:sp>
      <p:sp>
        <p:nvSpPr>
          <p:cNvPr id="7" name="Texto 02  COMPROBAR">
            <a:extLst xmlns:a="http://schemas.openxmlformats.org/drawingml/2006/main">
              <a:ext uri="{FF2B5EF4-FFF2-40B4-BE49-F238E27FC236}">
                <a16:creationId xmlns:a16="http://schemas.microsoft.com/office/drawing/2014/main" id="{CBB38210-45C3-4685-98F4-A98F56C3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02  COMPROBAR</a:t>
            </a:r>
          </a:p>
        </p:txBody>
      </p:sp>
      <p:sp>
        <p:nvSpPr>
          <p:cNvPr id="8" name="Texto Abra la web en otra pestaña. Entre ">
            <a:extLst xmlns:a="http://schemas.openxmlformats.org/drawingml/2006/main">
              <a:ext uri="{FF2B5EF4-FFF2-40B4-BE49-F238E27FC236}">
                <a16:creationId xmlns:a16="http://schemas.microsoft.com/office/drawing/2014/main" id="{2D169F81-183A-4C79-9753-90F85981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4857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Abra la web en otra pestaña. Entre a «Ver producto» y revise «Quiero este producto».</a:t>
            </a:r>
          </a:p>
        </p:txBody>
      </p:sp>
      <p:sp>
        <p:nvSpPr>
          <p:cNvPr id="9" name="Texto 03  OCULTAR">
            <a:extLst xmlns:a="http://schemas.openxmlformats.org/drawingml/2006/main">
              <a:ext uri="{FF2B5EF4-FFF2-40B4-BE49-F238E27FC236}">
                <a16:creationId xmlns:a16="http://schemas.microsoft.com/office/drawing/2014/main" id="{532D8C4E-ED77-4A35-A2DE-2D1552C2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03  OCULTAR</a:t>
            </a:r>
          </a:p>
        </p:txBody>
      </p:sp>
      <p:sp>
        <p:nvSpPr>
          <p:cNvPr id="10" name="Texto Desmarque «Publicado», guarde y com">
            <a:extLst xmlns:a="http://schemas.openxmlformats.org/drawingml/2006/main">
              <a:ext uri="{FF2B5EF4-FFF2-40B4-BE49-F238E27FC236}">
                <a16:creationId xmlns:a16="http://schemas.microsoft.com/office/drawing/2014/main" id="{83297584-2321-4444-BBC4-3AFE9ADA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619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Desmarque «Publicado», guarde y compruebe que desaparece del catálogo y de su ficha.</a:t>
            </a:r>
          </a:p>
        </p:txBody>
      </p:sp>
      <p:sp>
        <p:nvSpPr>
          <p:cNvPr id="11" name="Texto Mantenga los ejemplos identificados">
            <a:extLst xmlns:a="http://schemas.openxmlformats.org/drawingml/2006/main">
              <a:ext uri="{FF2B5EF4-FFF2-40B4-BE49-F238E27FC236}">
                <a16:creationId xmlns:a16="http://schemas.microsoft.com/office/drawing/2014/main" id="{9D6FB3B8-475A-4D90-984F-6AE75A4E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43425"/>
            <a:ext cx="461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Mantenga los ejemplos identificados</a:t>
            </a:r>
          </a:p>
        </p:txBody>
      </p:sp>
      <p:sp>
        <p:nvSpPr>
          <p:cNvPr id="12" name="Texto Una ficha de prueba no se vuelve re">
            <a:extLst xmlns:a="http://schemas.openxmlformats.org/drawingml/2006/main">
              <a:ext uri="{FF2B5EF4-FFF2-40B4-BE49-F238E27FC236}">
                <a16:creationId xmlns:a16="http://schemas.microsoft.com/office/drawing/2014/main" id="{8AAF4390-117B-4FE3-8E98-6438F52F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619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Una ficha de prueba no se vuelve real por cambiar una casilla.</a:t>
            </a:r>
          </a:p>
        </p:txBody>
      </p:sp>
    </p:spTree>
    <p:extLst>
      <p:ext uri="{BB962C8B-B14F-4D97-AF65-F5344CB8AC3E}">
        <p14:creationId xmlns:p14="http://schemas.microsoft.com/office/powerpoint/2010/main" val="9908272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 TRABAJOS DEL NEGOCIO">
            <a:extLst xmlns:a="http://schemas.openxmlformats.org/drawingml/2006/main">
              <a:ext uri="{FF2B5EF4-FFF2-40B4-BE49-F238E27FC236}">
                <a16:creationId xmlns:a16="http://schemas.microsoft.com/office/drawing/2014/main" id="{AE087E75-499A-49A5-9DA2-0ABB289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TRABAJOS DEL NEGOCIO</a:t>
            </a:r>
          </a:p>
        </p:txBody>
      </p:sp>
      <p:sp>
        <p:nvSpPr>
          <p:cNvPr id="2" name="Texto Galería: «Ideas que toman forma».">
            <a:extLst xmlns:a="http://schemas.openxmlformats.org/drawingml/2006/main">
              <a:ext uri="{FF2B5EF4-FFF2-40B4-BE49-F238E27FC236}">
                <a16:creationId xmlns:a16="http://schemas.microsoft.com/office/drawing/2014/main" id="{E9F8D4B9-A8F8-45F1-BF14-799670E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Galería: «Ideas que toman forma».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347F0CC2-FF74-4A16-967E-416C0A22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1">
            <a:extLst xmlns:a="http://schemas.openxmlformats.org/drawingml/2006/main">
              <a:ext uri="{FF2B5EF4-FFF2-40B4-BE49-F238E27FC236}">
                <a16:creationId xmlns:a16="http://schemas.microsoft.com/office/drawing/2014/main" id="{191A9A45-3D20-477B-A904-174C93A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8B20D-0846-414E-B71C-D732E7254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ad3f9d7cb4262"/>
          <a:stretch xmlns:a="http://schemas.openxmlformats.org/drawingml/2006/main"/>
        </p:blipFill>
        <p:spPr>
          <a:xfrm xmlns:a="http://schemas.openxmlformats.org/drawingml/2006/main">
            <a:off x="611894" y="1847850"/>
            <a:ext cx="7463011" cy="4200525"/>
          </a:xfrm>
          <a:prstGeom xmlns:a="http://schemas.openxmlformats.org/drawingml/2006/main" prst="rect">
            <a:avLst/>
          </a:prstGeom>
        </p:spPr>
      </p:pic>
      <p:sp>
        <p:nvSpPr>
          <p:cNvPr id="6" name="Texto Vista del panel en demostración loc">
            <a:extLst xmlns:a="http://schemas.openxmlformats.org/drawingml/2006/main">
              <a:ext uri="{FF2B5EF4-FFF2-40B4-BE49-F238E27FC236}">
                <a16:creationId xmlns:a16="http://schemas.microsoft.com/office/drawing/2014/main" id="{8197C847-1AF2-4DFA-98BF-340AD874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746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Vista del panel en demostración local.</a:t>
            </a:r>
          </a:p>
        </p:txBody>
      </p:sp>
      <p:sp>
        <p:nvSpPr>
          <p:cNvPr id="7" name="Texto Agregar o reemplazar">
            <a:extLst xmlns:a="http://schemas.openxmlformats.org/drawingml/2006/main">
              <a:ext uri="{FF2B5EF4-FFF2-40B4-BE49-F238E27FC236}">
                <a16:creationId xmlns:a16="http://schemas.microsoft.com/office/drawing/2014/main" id="{F800A1F3-D1AB-4681-B8FD-5F0449D3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9775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Agregar o reemplazar</a:t>
            </a:r>
          </a:p>
        </p:txBody>
      </p:sp>
      <p:sp>
        <p:nvSpPr>
          <p:cNvPr id="8" name="Texto Foto, título y descripción de lo qu">
            <a:extLst xmlns:a="http://schemas.openxmlformats.org/drawingml/2006/main">
              <a:ext uri="{FF2B5EF4-FFF2-40B4-BE49-F238E27FC236}">
                <a16:creationId xmlns:a16="http://schemas.microsoft.com/office/drawing/2014/main" id="{66CD09DB-FF25-4A2A-9C2E-C1E35501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3105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Foto, título y descripción de lo que se ve.</a:t>
            </a:r>
          </a:p>
        </p:txBody>
      </p:sp>
      <p:sp>
        <p:nvSpPr>
          <p:cNvPr id="9" name="Texto Ordenar y mostrar">
            <a:extLst xmlns:a="http://schemas.openxmlformats.org/drawingml/2006/main">
              <a:ext uri="{FF2B5EF4-FFF2-40B4-BE49-F238E27FC236}">
                <a16:creationId xmlns:a16="http://schemas.microsoft.com/office/drawing/2014/main" id="{6FED8137-C9D3-4547-AEB0-C88D0542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Ordenar y mostrar</a:t>
            </a:r>
          </a:p>
        </p:txBody>
      </p:sp>
      <p:sp>
        <p:nvSpPr>
          <p:cNvPr id="10" name="Texto Orden menor = primero. Visible mues">
            <a:extLst xmlns:a="http://schemas.openxmlformats.org/drawingml/2006/main">
              <a:ext uri="{FF2B5EF4-FFF2-40B4-BE49-F238E27FC236}">
                <a16:creationId xmlns:a16="http://schemas.microsoft.com/office/drawing/2014/main" id="{60B5153C-316E-4E24-B083-BCEBEE20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3105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Orden menor = primero. Visible muestra u oculta. Pulse Guardar.</a:t>
            </a:r>
          </a:p>
        </p:txBody>
      </p:sp>
      <p:sp>
        <p:nvSpPr>
          <p:cNvPr id="11" name="Texto Revise el inicio público después de">
            <a:extLst xmlns:a="http://schemas.openxmlformats.org/drawingml/2006/main">
              <a:ext uri="{FF2B5EF4-FFF2-40B4-BE49-F238E27FC236}">
                <a16:creationId xmlns:a16="http://schemas.microsoft.com/office/drawing/2014/main" id="{3F98981F-D05E-41F9-AB89-8FB191E6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91200"/>
            <a:ext cx="3105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Revise el inicio público después de guardar.</a:t>
            </a:r>
          </a:p>
        </p:txBody>
      </p:sp>
    </p:spTree>
    <p:extLst>
      <p:ext uri="{BB962C8B-B14F-4D97-AF65-F5344CB8AC3E}">
        <p14:creationId xmlns:p14="http://schemas.microsoft.com/office/powerpoint/2010/main" val="2761454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 QUÉ EDITAR EN CADA LUGAR">
            <a:extLst xmlns:a="http://schemas.openxmlformats.org/drawingml/2006/main">
              <a:ext uri="{FF2B5EF4-FFF2-40B4-BE49-F238E27FC236}">
                <a16:creationId xmlns:a16="http://schemas.microsoft.com/office/drawing/2014/main" id="{EA4C813F-DD8F-4457-99F8-52FE6CF3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QUÉ EDITAR EN CADA LUGAR</a:t>
            </a:r>
          </a:p>
        </p:txBody>
      </p:sp>
      <p:sp>
        <p:nvSpPr>
          <p:cNvPr id="2" name="Texto Catálogo y galería cumplen roles di">
            <a:extLst xmlns:a="http://schemas.openxmlformats.org/drawingml/2006/main">
              <a:ext uri="{FF2B5EF4-FFF2-40B4-BE49-F238E27FC236}">
                <a16:creationId xmlns:a16="http://schemas.microsoft.com/office/drawing/2014/main" id="{22FBC2B1-4564-4A24-B0F7-DA64846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Catálogo y galería cumplen roles distintos.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C5E37059-B345-4553-8ED0-01140889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2">
            <a:extLst xmlns:a="http://schemas.openxmlformats.org/drawingml/2006/main">
              <a:ext uri="{FF2B5EF4-FFF2-40B4-BE49-F238E27FC236}">
                <a16:creationId xmlns:a16="http://schemas.microsoft.com/office/drawing/2014/main" id="{AE82C6A7-6E24-4916-A3CC-16A2B1D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966ED-042A-4AEE-AE5C-21056BC0B39F}"/>
              </a:ext>
            </a:extLst>
          </p:cNvPr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305300"/>
                <a:gridCol w="4305300"/>
              </a:tblGrid>
              <a:tr h="881063"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4110D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>Catálogo</a:t>
                      </a:r>
                    </a:p>
                  </a:txBody>
                  <a:tcPr marL="91440" marR="91440" marT="45720" marB="45720">
                    <a:solidFill>
                      <a:srgbClr val="14110D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>Galería</a:t>
                      </a:r>
                    </a:p>
                  </a:txBody>
                  <a:tcPr marL="91440" marR="91440" marT="45720" marB="45720">
                    <a:solidFill>
                      <a:srgbClr val="14110D"/>
                    </a:solidFill>
                  </a:tcPr>
                </a:tc>
              </a:tr>
              <a:tr h="881063"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Sirve para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Ofrecer productos reales con su ficha y opciones.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Mostrar fotos de trabajos e inspiración.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881063"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El cliente puede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Abrir la ficha y consultar ese producto por WhatsApp.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Ver las fotos y conversar sobre su idea.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881063"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Lo administra en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Productos e imágenes de producto.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Galería: título, descripción, foto, orden y Visible.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Texto Una foto en la galería no crea un p">
            <a:extLst xmlns:a="http://schemas.openxmlformats.org/drawingml/2006/main">
              <a:ext uri="{FF2B5EF4-FFF2-40B4-BE49-F238E27FC236}">
                <a16:creationId xmlns:a16="http://schemas.microsoft.com/office/drawing/2014/main" id="{0C7B3CB2-2BAB-4B2B-B107-B693CE4A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Una foto en la galería no crea un producto ni confirma precio o disponibilidad.</a:t>
            </a:r>
          </a:p>
        </p:txBody>
      </p:sp>
    </p:spTree>
    <p:extLst>
      <p:ext uri="{BB962C8B-B14F-4D97-AF65-F5344CB8AC3E}">
        <p14:creationId xmlns:p14="http://schemas.microsoft.com/office/powerpoint/2010/main" val="1302150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o CONTACTO Y RESPONSABLES">
            <a:extLst xmlns:a="http://schemas.openxmlformats.org/drawingml/2006/main">
              <a:ext uri="{FF2B5EF4-FFF2-40B4-BE49-F238E27FC236}">
                <a16:creationId xmlns:a16="http://schemas.microsoft.com/office/drawing/2014/main" id="{0623C70C-3EC5-4D76-AE1D-F2ED554B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CONTACTO Y RESPONSABLES</a:t>
            </a:r>
          </a:p>
        </p:txBody>
      </p:sp>
      <p:sp>
        <p:nvSpPr>
          <p:cNvPr id="2" name="Texto La atención continúa en WhatsApp.">
            <a:extLst xmlns:a="http://schemas.openxmlformats.org/drawingml/2006/main">
              <a:ext uri="{FF2B5EF4-FFF2-40B4-BE49-F238E27FC236}">
                <a16:creationId xmlns:a16="http://schemas.microsoft.com/office/drawing/2014/main" id="{07E963A5-9AB6-4E48-B93F-71498A4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La atención continúa en WhatsApp.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B5786570-C790-409C-B729-B6D07FC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6AD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3">
            <a:extLst xmlns:a="http://schemas.openxmlformats.org/drawingml/2006/main">
              <a:ext uri="{FF2B5EF4-FFF2-40B4-BE49-F238E27FC236}">
                <a16:creationId xmlns:a16="http://schemas.microsoft.com/office/drawing/2014/main" id="{B2EED349-E022-468E-B82F-8B55292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o +502 4723 3834">
            <a:extLst xmlns:a="http://schemas.openxmlformats.org/drawingml/2006/main">
              <a:ext uri="{FF2B5EF4-FFF2-40B4-BE49-F238E27FC236}">
                <a16:creationId xmlns:a16="http://schemas.microsoft.com/office/drawing/2014/main" id="{A011E5A6-DA3D-40FB-80CE-788CB6C8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+502 4723 3834</a:t>
            </a:r>
          </a:p>
        </p:txBody>
      </p:sp>
      <p:sp>
        <p:nvSpPr>
          <p:cNvPr id="6" name="Texto Responsables indicados por el negoc">
            <a:extLst xmlns:a="http://schemas.openxmlformats.org/drawingml/2006/main">
              <a:ext uri="{FF2B5EF4-FFF2-40B4-BE49-F238E27FC236}">
                <a16:creationId xmlns:a16="http://schemas.microsoft.com/office/drawing/2014/main" id="{CD9FEC8C-4C4F-4B67-BFC7-FE955EF3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Responsables indicados por el negocio</a:t>
            </a:r>
          </a:p>
        </p:txBody>
      </p:sp>
      <p:sp>
        <p:nvSpPr>
          <p:cNvPr id="7" name="Texto Yohann Alexandrey Ordoñez&#10;Joel Alex">
            <a:extLst xmlns:a="http://schemas.openxmlformats.org/drawingml/2006/main">
              <a:ext uri="{FF2B5EF4-FFF2-40B4-BE49-F238E27FC236}">
                <a16:creationId xmlns:a16="http://schemas.microsoft.com/office/drawing/2014/main" id="{9BAD6A90-A919-4C1C-969D-632AAAC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6762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Yohann Alexandrey Ordoñez</a:t>
            </a:r>
          </a:p>
          <a:p xmlns:a="http://schemas.openxmlformats.org/drawingml/2006/main">
            <a:pPr algn="l">
              <a:defRPr sz="217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Joel Alexander Rodriguez</a:t>
            </a:r>
          </a:p>
          <a:p xmlns:a="http://schemas.openxmlformats.org/drawingml/2006/main">
            <a:pPr algn="l">
              <a:defRPr sz="217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Juan Manuel González Del Cid</a:t>
            </a:r>
          </a:p>
        </p:txBody>
      </p:sp>
      <p:sp>
        <p:nvSpPr>
          <p:cNvPr id="8" name="Texto Acuerden quién responde cada conver">
            <a:extLst xmlns:a="http://schemas.openxmlformats.org/drawingml/2006/main">
              <a:ext uri="{FF2B5EF4-FFF2-40B4-BE49-F238E27FC236}">
                <a16:creationId xmlns:a16="http://schemas.microsoft.com/office/drawing/2014/main" id="{4ACCCF14-BED1-46F6-9EED-BE10770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5F0"/>
                </a:solidFill>
                <a:latin typeface="Arial"/>
                <a:ea typeface="Arial"/>
                <a:cs typeface="Arial"/>
              </a:rPr>
              <a:t>Acuerden quién responde cada conversación y confirmen precio, opciones y fecha de entrega con el cliente.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CA86B-037F-4E52-AD08-77191CB1D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f4150d90a434d"/>
          <a:stretch xmlns:a="http://schemas.openxmlformats.org/drawingml/2006/main"/>
        </p:blipFill>
        <p:spPr>
          <a:xfrm xmlns:a="http://schemas.openxmlformats.org/drawingml/2006/main">
            <a:off x="7848600" y="1925786"/>
            <a:ext cx="3733800" cy="2101554"/>
          </a:xfrm>
          <a:prstGeom xmlns:a="http://schemas.openxmlformats.org/drawingml/2006/main" prst="rect">
            <a:avLst/>
          </a:prstGeom>
        </p:spPr>
      </p:pic>
      <p:sp>
        <p:nvSpPr>
          <p:cNvPr id="10" name="Texto WhatsApp →">
            <a:extLst xmlns:a="http://schemas.openxmlformats.org/drawingml/2006/main">
              <a:ext uri="{FF2B5EF4-FFF2-40B4-BE49-F238E27FC236}">
                <a16:creationId xmlns:a16="http://schemas.microsoft.com/office/drawing/2014/main" id="{4E44FC7B-977C-4F6D-9020-82374B3E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5F0"/>
                </a:solidFill>
                <a:latin typeface="Arial"/>
                <a:ea typeface="Arial"/>
                <a:cs typeface="Arial"/>
                <a:hlinkClick xmlns:r="http://schemas.openxmlformats.org/officeDocument/2006/relationships" r:id="R8cd8c0fbabf240ca"/>
              </a:rPr>
              <a:t>WhatsApp →</a:t>
            </a:r>
          </a:p>
        </p:txBody>
      </p:sp>
      <p:sp>
        <p:nvSpPr>
          <p:cNvPr id="11" name="Texto Instagram →">
            <a:extLst xmlns:a="http://schemas.openxmlformats.org/drawingml/2006/main">
              <a:ext uri="{FF2B5EF4-FFF2-40B4-BE49-F238E27FC236}">
                <a16:creationId xmlns:a16="http://schemas.microsoft.com/office/drawing/2014/main" id="{1E76FA84-5CD4-4A50-A83A-0A1E5D9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815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5F0"/>
                </a:solidFill>
                <a:latin typeface="Arial"/>
                <a:ea typeface="Arial"/>
                <a:cs typeface="Arial"/>
                <a:hlinkClick xmlns:r="http://schemas.openxmlformats.org/officeDocument/2006/relationships" r:id="Rc4d21adcc8554cba"/>
              </a:rPr>
              <a:t>Instagram →</a:t>
            </a:r>
          </a:p>
        </p:txBody>
      </p:sp>
      <p:sp>
        <p:nvSpPr>
          <p:cNvPr id="12" name="Texto Facebook →">
            <a:extLst xmlns:a="http://schemas.openxmlformats.org/drawingml/2006/main">
              <a:ext uri="{FF2B5EF4-FFF2-40B4-BE49-F238E27FC236}">
                <a16:creationId xmlns:a16="http://schemas.microsoft.com/office/drawing/2014/main" id="{ABD1100B-1A2C-4B42-9D9E-E858ABF6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626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5F0"/>
                </a:solidFill>
                <a:latin typeface="Arial"/>
                <a:ea typeface="Arial"/>
                <a:cs typeface="Arial"/>
                <a:hlinkClick xmlns:r="http://schemas.openxmlformats.org/officeDocument/2006/relationships" r:id="Re8a6f915c36040b7"/>
              </a:rPr>
              <a:t>Facebook →</a:t>
            </a:r>
          </a:p>
        </p:txBody>
      </p:sp>
    </p:spTree>
    <p:extLst>
      <p:ext uri="{BB962C8B-B14F-4D97-AF65-F5344CB8AC3E}">
        <p14:creationId xmlns:p14="http://schemas.microsoft.com/office/powerpoint/2010/main" val="14548219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o SOLUCIONES RÁPIDAS">
            <a:extLst xmlns:a="http://schemas.openxmlformats.org/drawingml/2006/main">
              <a:ext uri="{FF2B5EF4-FFF2-40B4-BE49-F238E27FC236}">
                <a16:creationId xmlns:a16="http://schemas.microsoft.com/office/drawing/2014/main" id="{9C411E5A-3FA1-4FDB-A6B8-ED60040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SOLUCIONES RÁPIDAS</a:t>
            </a:r>
          </a:p>
        </p:txBody>
      </p:sp>
      <p:sp>
        <p:nvSpPr>
          <p:cNvPr id="2" name="Texto Si algo no funciona.">
            <a:extLst xmlns:a="http://schemas.openxmlformats.org/drawingml/2006/main">
              <a:ext uri="{FF2B5EF4-FFF2-40B4-BE49-F238E27FC236}">
                <a16:creationId xmlns:a16="http://schemas.microsoft.com/office/drawing/2014/main" id="{3C4A3F49-E720-4E4C-8570-D5B2EF89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Si algo no funciona.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18CDB528-6C01-4A8D-ABA4-64D33E4D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4">
            <a:extLst xmlns:a="http://schemas.openxmlformats.org/drawingml/2006/main">
              <a:ext uri="{FF2B5EF4-FFF2-40B4-BE49-F238E27FC236}">
                <a16:creationId xmlns:a16="http://schemas.microsoft.com/office/drawing/2014/main" id="{B5A173F5-2C6C-4B3D-991F-7A79CB8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3902D-090D-44D4-802E-E784EE3F72CA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756285">
                <a:tc>
                  <a:txBody>
                    <a:bodyPr lIns="123825" tIns="123825" rIns="123825" bIns="123825"/>
                    <a:lstStyle/>
                    <a:p>
                      <a:r>
                        <a:rPr sz="1800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>Situación</a:t>
                      </a:r>
                    </a:p>
                  </a:txBody>
                  <a:tcPr marL="91440" marR="91440" marT="45720" marB="45720">
                    <a:solidFill>
                      <a:srgbClr val="14110D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r>
                        <a:rPr sz="1800" b="1">
                          <a:solidFill>
                            <a:srgbClr val="F7F5F0"/>
                          </a:solidFill>
                          <a:latin typeface="Arial"/>
                          <a:ea typeface="Arial"/>
                          <a:cs typeface="Arial"/>
                        </a:rPr>
                        <a:t>Qué hacer</a:t>
                      </a:r>
                    </a:p>
                  </a:txBody>
                  <a:tcPr marL="91440" marR="91440" marT="45720" marB="45720">
                    <a:solidFill>
                      <a:srgbClr val="14110D"/>
                    </a:solidFill>
                  </a:tcPr>
                </a:tc>
              </a:tr>
              <a:tr h="756285">
                <a:tc>
                  <a:txBody>
                    <a:bodyPr lIns="123825" tIns="123825" rIns="123825" bIns="123825"/>
                    <a:lstStyle/>
                    <a:p>
                      <a:r>
                        <a:rPr sz="1800" b="1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No puede entrar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r>
                        <a:rPr sz="1800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Distinga los dos accesos. Revise Mryoan y su contraseña. Si olvidó el acceso, contacte al responsable técnico: no hay recuperación por correo.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56285">
                <a:tc>
                  <a:txBody>
                    <a:bodyPr lIns="123825" tIns="123825" rIns="123825" bIns="123825"/>
                    <a:lstStyle/>
                    <a:p>
                      <a:r>
                        <a:rPr sz="1800" b="1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La foto no guarda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r>
                        <a:rPr sz="1800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Revise formato, 5 MB y 16 megapíxeles. Seleccione otra vez el archivo y reintente. Si falla, la foto anterior se conserva.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56285">
                <a:tc>
                  <a:txBody>
                    <a:bodyPr lIns="123825" tIns="123825" rIns="123825" bIns="123825"/>
                    <a:lstStyle/>
                    <a:p>
                      <a:r>
                        <a:rPr sz="1800" b="1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El producto no aparece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r>
                        <a:rPr sz="1800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Revise Publicado y Guardar. Los datos de ejemplo están excluidos de la web pública. Abra la web en otra pestaña.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56285">
                <a:tc>
                  <a:txBody>
                    <a:bodyPr lIns="123825" tIns="123825" rIns="123825" bIns="123825"/>
                    <a:lstStyle/>
                    <a:p>
                      <a:r>
                        <a:rPr sz="1800" b="1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Las tallas dan error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23825" tIns="123825" rIns="123825" bIns="123825"/>
                    <a:lstStyle/>
                    <a:p>
                      <a:r>
                        <a:rPr sz="1800" b="0">
                          <a:solidFill>
                            <a:srgbClr val="14110D"/>
                          </a:solidFill>
                          <a:latin typeface="Arial"/>
                          <a:ea typeface="Arial"/>
                          <a:cs typeface="Arial"/>
                        </a:rPr>
                        <a:t>Use corchetes, comillas dobles y comas. Si no hay opciones confirmadas, escriba [].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Texto Reporte enlace, hora y captura del ">
            <a:extLst xmlns:a="http://schemas.openxmlformats.org/drawingml/2006/main">
              <a:ext uri="{FF2B5EF4-FFF2-40B4-BE49-F238E27FC236}">
                <a16:creationId xmlns:a16="http://schemas.microsoft.com/office/drawing/2014/main" id="{8A268A21-AA83-4113-B083-AA2DC854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Reporte enlace, hora y captura del error. Sin contraseñas, claves ni datos privados de clientes.</a:t>
            </a:r>
          </a:p>
        </p:txBody>
      </p:sp>
    </p:spTree>
    <p:extLst>
      <p:ext uri="{BB962C8B-B14F-4D97-AF65-F5344CB8AC3E}">
        <p14:creationId xmlns:p14="http://schemas.microsoft.com/office/powerpoint/2010/main" val="1052341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 RESPONSABILIDADES DEL NEGOCIO">
            <a:extLst xmlns:a="http://schemas.openxmlformats.org/drawingml/2006/main">
              <a:ext uri="{FF2B5EF4-FFF2-40B4-BE49-F238E27FC236}">
                <a16:creationId xmlns:a16="http://schemas.microsoft.com/office/drawing/2014/main" id="{D84E15B5-DE8A-482E-9F39-3FA273A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RESPONSABILIDADES DEL NEGOCIO</a:t>
            </a:r>
          </a:p>
        </p:txBody>
      </p:sp>
      <p:sp>
        <p:nvSpPr>
          <p:cNvPr id="2" name="Texto Cuidar los accesos y la continuidad">
            <a:extLst xmlns:a="http://schemas.openxmlformats.org/drawingml/2006/main">
              <a:ext uri="{FF2B5EF4-FFF2-40B4-BE49-F238E27FC236}">
                <a16:creationId xmlns:a16="http://schemas.microsoft.com/office/drawing/2014/main" id="{4B7205CA-7897-4832-87D7-A0DA29A7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Cuidar los accesos y la continuidad.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4645FFDE-ABDF-4716-8AA9-99E65913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5">
            <a:extLst xmlns:a="http://schemas.openxmlformats.org/drawingml/2006/main">
              <a:ext uri="{FF2B5EF4-FFF2-40B4-BE49-F238E27FC236}">
                <a16:creationId xmlns:a16="http://schemas.microsoft.com/office/drawing/2014/main" id="{5A03990E-D0E0-4909-92BD-C133187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o Una persona a cargo del panel">
            <a:extLst xmlns:a="http://schemas.openxmlformats.org/drawingml/2006/main">
              <a:ext uri="{FF2B5EF4-FFF2-40B4-BE49-F238E27FC236}">
                <a16:creationId xmlns:a16="http://schemas.microsoft.com/office/drawing/2014/main" id="{48A161C5-1EBB-4943-A3B3-3D4AE9DA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000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Una persona a cargo del panel</a:t>
            </a:r>
          </a:p>
        </p:txBody>
      </p:sp>
      <p:sp>
        <p:nvSpPr>
          <p:cNvPr id="6" name="Texto Designen quién custodia Mryoan. Ent">
            <a:extLst xmlns:a="http://schemas.openxmlformats.org/drawingml/2006/main">
              <a:ext uri="{FF2B5EF4-FFF2-40B4-BE49-F238E27FC236}">
                <a16:creationId xmlns:a16="http://schemas.microsoft.com/office/drawing/2014/main" id="{B588F4D8-29A4-4EE6-A6D4-E1E1710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Designen quién custodia Mryoan. Entreguen contraseñas por un canal privado y cierren sesión en equipos compartidos.</a:t>
            </a:r>
          </a:p>
        </p:txBody>
      </p:sp>
      <p:sp>
        <p:nvSpPr>
          <p:cNvPr id="7" name="Texto Originales y respaldos">
            <a:extLst xmlns:a="http://schemas.openxmlformats.org/drawingml/2006/main">
              <a:ext uri="{FF2B5EF4-FFF2-40B4-BE49-F238E27FC236}">
                <a16:creationId xmlns:a16="http://schemas.microsoft.com/office/drawing/2014/main" id="{92F6B3DF-D4C5-4AC4-8F99-D3503354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Originales y respaldos</a:t>
            </a:r>
          </a:p>
        </p:txBody>
      </p:sp>
      <p:sp>
        <p:nvSpPr>
          <p:cNvPr id="8" name="Texto Conserven las fotos originales. Ya ">
            <a:extLst xmlns:a="http://schemas.openxmlformats.org/drawingml/2006/main">
              <a:ext uri="{FF2B5EF4-FFF2-40B4-BE49-F238E27FC236}">
                <a16:creationId xmlns:a16="http://schemas.microsoft.com/office/drawing/2014/main" id="{EAEEFF4E-50FD-4BD3-B530-C85C4CCB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70008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Conserven las fotos originales. Ya existe una copia cifrada y una recuperación probada; el respaldo es manual. Acuerden nuevas copias con el responsable técnico y custodien una fuera del equipo.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C98A3-49AE-4B2D-94CC-D65ED71C1C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4be95c6814570"/>
          <a:stretch xmlns:a="http://schemas.openxmlformats.org/drawingml/2006/main"/>
        </p:blipFill>
        <p:spPr>
          <a:xfrm xmlns:a="http://schemas.openxmlformats.org/drawingml/2006/main">
            <a:off x="8420100" y="1853460"/>
            <a:ext cx="2705100" cy="3541605"/>
          </a:xfrm>
          <a:prstGeom xmlns:a="http://schemas.openxmlformats.org/drawingml/2006/main" prst="rect">
            <a:avLst/>
          </a:prstGeom>
        </p:spPr>
      </p:pic>
      <p:sp>
        <p:nvSpPr>
          <p:cNvPr id="10" name="Texto Mantengan acceso a las cuentas de a">
            <a:extLst xmlns:a="http://schemas.openxmlformats.org/drawingml/2006/main">
              <a:ext uri="{FF2B5EF4-FFF2-40B4-BE49-F238E27FC236}">
                <a16:creationId xmlns:a16="http://schemas.microsoft.com/office/drawing/2014/main" id="{280EDB14-ED1C-41A2-90AC-C4B5406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610225"/>
            <a:ext cx="3133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Mantengan acceso a las cuentas de alojamiento y datos, y revisen pagos y avisos del proveedor.</a:t>
            </a:r>
          </a:p>
        </p:txBody>
      </p:sp>
    </p:spTree>
    <p:extLst>
      <p:ext uri="{BB962C8B-B14F-4D97-AF65-F5344CB8AC3E}">
        <p14:creationId xmlns:p14="http://schemas.microsoft.com/office/powerpoint/2010/main" val="8315688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o LISTA PARA EL NEGOCIO">
            <a:extLst xmlns:a="http://schemas.openxmlformats.org/drawingml/2006/main">
              <a:ext uri="{FF2B5EF4-FFF2-40B4-BE49-F238E27FC236}">
                <a16:creationId xmlns:a16="http://schemas.microsoft.com/office/drawing/2014/main" id="{CC9A9645-7715-4076-8DF1-0E39BF0C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LISTA PARA EL NEGOCIO</a:t>
            </a:r>
          </a:p>
        </p:txBody>
      </p:sp>
      <p:sp>
        <p:nvSpPr>
          <p:cNvPr id="2" name="Texto La primera jornada de uso.">
            <a:extLst xmlns:a="http://schemas.openxmlformats.org/drawingml/2006/main">
              <a:ext uri="{FF2B5EF4-FFF2-40B4-BE49-F238E27FC236}">
                <a16:creationId xmlns:a16="http://schemas.microsoft.com/office/drawing/2014/main" id="{721B1CDF-BC48-44DB-BA02-586D849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La primera jornada de uso.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D998311B-2129-4574-8A1F-E3B49AC8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B6A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B6AD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6">
            <a:extLst xmlns:a="http://schemas.openxmlformats.org/drawingml/2006/main">
              <a:ext uri="{FF2B5EF4-FFF2-40B4-BE49-F238E27FC236}">
                <a16:creationId xmlns:a16="http://schemas.microsoft.com/office/drawing/2014/main" id="{A62F9A03-0E92-4BE3-94D2-44517230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o 01">
            <a:extLst xmlns:a="http://schemas.openxmlformats.org/drawingml/2006/main">
              <a:ext uri="{FF2B5EF4-FFF2-40B4-BE49-F238E27FC236}">
                <a16:creationId xmlns:a16="http://schemas.microsoft.com/office/drawing/2014/main" id="{E955D656-1078-4CAE-B049-570F3AAD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o Entrar y personalizar el acceso">
            <a:extLst xmlns:a="http://schemas.openxmlformats.org/drawingml/2006/main">
              <a:ext uri="{FF2B5EF4-FFF2-40B4-BE49-F238E27FC236}">
                <a16:creationId xmlns:a16="http://schemas.microsoft.com/office/drawing/2014/main" id="{C7A755F8-6F6D-40C9-8531-65229761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240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Entrar y personalizar el acceso</a:t>
            </a:r>
          </a:p>
        </p:txBody>
      </p:sp>
      <p:sp>
        <p:nvSpPr>
          <p:cNvPr id="7" name="Texto Cambie la contraseña de Mryoan y de">
            <a:extLst xmlns:a="http://schemas.openxmlformats.org/drawingml/2006/main">
              <a:ext uri="{FF2B5EF4-FFF2-40B4-BE49-F238E27FC236}">
                <a16:creationId xmlns:a16="http://schemas.microsoft.com/office/drawing/2014/main" id="{5E46EBC6-5940-4C4B-B246-A6CB1DB6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6534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D7CE"/>
                </a:solidFill>
                <a:latin typeface="Arial"/>
                <a:ea typeface="Arial"/>
                <a:cs typeface="Arial"/>
              </a:rPr>
              <a:t>Cambie la contraseña de Mryoan y designe al administrador.</a:t>
            </a:r>
          </a:p>
        </p:txBody>
      </p:sp>
      <p:sp>
        <p:nvSpPr>
          <p:cNvPr id="8" name="Texto 02">
            <a:extLst xmlns:a="http://schemas.openxmlformats.org/drawingml/2006/main">
              <a:ext uri="{FF2B5EF4-FFF2-40B4-BE49-F238E27FC236}">
                <a16:creationId xmlns:a16="http://schemas.microsoft.com/office/drawing/2014/main" id="{C19D520D-448F-4115-9A96-C74C343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o Cargar el primer producto real">
            <a:extLst xmlns:a="http://schemas.openxmlformats.org/drawingml/2006/main">
              <a:ext uri="{FF2B5EF4-FFF2-40B4-BE49-F238E27FC236}">
                <a16:creationId xmlns:a16="http://schemas.microsoft.com/office/drawing/2014/main" id="{FF8E3A8D-FC55-4B82-B944-FBCD532B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Cargar el primer producto real</a:t>
            </a:r>
          </a:p>
        </p:txBody>
      </p:sp>
      <p:sp>
        <p:nvSpPr>
          <p:cNvPr id="10" name="Texto Guarde oculto, revise datos y fotos">
            <a:extLst xmlns:a="http://schemas.openxmlformats.org/drawingml/2006/main">
              <a:ext uri="{FF2B5EF4-FFF2-40B4-BE49-F238E27FC236}">
                <a16:creationId xmlns:a16="http://schemas.microsoft.com/office/drawing/2014/main" id="{7A09E2D6-D0BA-4960-A2F3-9FA3648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6534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D7CE"/>
                </a:solidFill>
                <a:latin typeface="Arial"/>
                <a:ea typeface="Arial"/>
                <a:cs typeface="Arial"/>
              </a:rPr>
              <a:t>Guarde oculto, revise datos y fotos, publique y compruebe la ficha.</a:t>
            </a:r>
          </a:p>
        </p:txBody>
      </p:sp>
      <p:sp>
        <p:nvSpPr>
          <p:cNvPr id="11" name="Texto 03">
            <a:extLst xmlns:a="http://schemas.openxmlformats.org/drawingml/2006/main">
              <a:ext uri="{FF2B5EF4-FFF2-40B4-BE49-F238E27FC236}">
                <a16:creationId xmlns:a16="http://schemas.microsoft.com/office/drawing/2014/main" id="{6BA94064-99D4-49E8-B624-36EDDA4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F9B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9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o Comprobar la experiencia">
            <a:extLst xmlns:a="http://schemas.openxmlformats.org/drawingml/2006/main">
              <a:ext uri="{FF2B5EF4-FFF2-40B4-BE49-F238E27FC236}">
                <a16:creationId xmlns:a16="http://schemas.microsoft.com/office/drawing/2014/main" id="{6F42FF1C-D193-429A-BB9B-2973228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76775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7F5F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5F0"/>
                </a:solidFill>
                <a:latin typeface="Arial"/>
                <a:ea typeface="Arial"/>
                <a:cs typeface="Arial"/>
              </a:rPr>
              <a:t>Comprobar la experiencia</a:t>
            </a:r>
          </a:p>
        </p:txBody>
      </p:sp>
      <p:sp>
        <p:nvSpPr>
          <p:cNvPr id="13" name="Texto Revise galería y WhatsApp desde el ">
            <a:extLst xmlns:a="http://schemas.openxmlformats.org/drawingml/2006/main">
              <a:ext uri="{FF2B5EF4-FFF2-40B4-BE49-F238E27FC236}">
                <a16:creationId xmlns:a16="http://schemas.microsoft.com/office/drawing/2014/main" id="{94609CF2-ECA4-44E4-B993-FFD6B918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14925"/>
            <a:ext cx="6534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DD7C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D7CE"/>
                </a:solidFill>
                <a:latin typeface="Arial"/>
                <a:ea typeface="Arial"/>
                <a:cs typeface="Arial"/>
              </a:rPr>
              <a:t>Revise galería y WhatsApp desde el teléfono. Acuerde atención y rutina de respaldo.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CF1C4-BC24-4BDC-B451-C800F86C9F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efe0b7ac64651"/>
          <a:stretch xmlns:a="http://schemas.openxmlformats.org/drawingml/2006/main"/>
        </p:blipFill>
        <p:spPr>
          <a:xfrm xmlns:a="http://schemas.openxmlformats.org/drawingml/2006/main">
            <a:off x="8868977" y="1800225"/>
            <a:ext cx="204547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355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 GUÁRDELOS PARA EL DÍA A DÍA">
            <a:extLst xmlns:a="http://schemas.openxmlformats.org/drawingml/2006/main">
              <a:ext uri="{FF2B5EF4-FFF2-40B4-BE49-F238E27FC236}">
                <a16:creationId xmlns:a16="http://schemas.microsoft.com/office/drawing/2014/main" id="{1908356B-3443-4DC2-B120-1E83EE19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GUÁRDELOS PARA EL DÍA A DÍA</a:t>
            </a:r>
          </a:p>
        </p:txBody>
      </p:sp>
      <p:sp>
        <p:nvSpPr>
          <p:cNvPr id="2" name="Texto Sus enlaces, a mano.">
            <a:extLst xmlns:a="http://schemas.openxmlformats.org/drawingml/2006/main">
              <a:ext uri="{FF2B5EF4-FFF2-40B4-BE49-F238E27FC236}">
                <a16:creationId xmlns:a16="http://schemas.microsoft.com/office/drawing/2014/main" id="{4045C2AD-C10B-43C7-BCD3-97662C38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Sus enlaces, a mano.</a:t>
            </a:r>
          </a:p>
        </p:txBody>
      </p:sp>
      <p:sp>
        <p:nvSpPr>
          <p:cNvPr id="3" name="Texto JYZ  /  8 OCT 2026">
            <a:extLst xmlns:a="http://schemas.openxmlformats.org/drawingml/2006/main">
              <a:ext uri="{FF2B5EF4-FFF2-40B4-BE49-F238E27FC236}">
                <a16:creationId xmlns:a16="http://schemas.microsoft.com/office/drawing/2014/main" id="{7CBE661E-03E8-4208-B7B6-4DFA98C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15B"/>
                </a:solidFill>
                <a:latin typeface="Arial"/>
                <a:ea typeface="Arial"/>
                <a:cs typeface="Arial"/>
              </a:rPr>
              <a:t>JYZ  /  8 OCT 2026</a:t>
            </a:r>
          </a:p>
        </p:txBody>
      </p:sp>
      <p:sp>
        <p:nvSpPr>
          <p:cNvPr id="4" name="Texto 17">
            <a:extLst xmlns:a="http://schemas.openxmlformats.org/drawingml/2006/main">
              <a:ext uri="{FF2B5EF4-FFF2-40B4-BE49-F238E27FC236}">
                <a16:creationId xmlns:a16="http://schemas.microsoft.com/office/drawing/2014/main" id="{204FBA3F-AFDB-4993-B9B1-68128BE8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110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exto WEB PÚBLICA">
            <a:extLst xmlns:a="http://schemas.openxmlformats.org/drawingml/2006/main">
              <a:ext uri="{FF2B5EF4-FFF2-40B4-BE49-F238E27FC236}">
                <a16:creationId xmlns:a16="http://schemas.microsoft.com/office/drawing/2014/main" id="{66DA44F2-30E4-4CE0-8B4A-139165A9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WEB PÚBLICA</a:t>
            </a:r>
          </a:p>
        </p:txBody>
      </p:sp>
      <p:sp>
        <p:nvSpPr>
          <p:cNvPr id="6" name="Texto jyz-web-production.up.railway.app">
            <a:extLst xmlns:a="http://schemas.openxmlformats.org/drawingml/2006/main">
              <a:ext uri="{FF2B5EF4-FFF2-40B4-BE49-F238E27FC236}">
                <a16:creationId xmlns:a16="http://schemas.microsoft.com/office/drawing/2014/main" id="{7CE8C2CF-4876-4A0C-BDF1-3DFE0F87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110D"/>
                </a:solidFill>
                <a:latin typeface="Arial"/>
                <a:ea typeface="Arial"/>
                <a:cs typeface="Arial"/>
                <a:hlinkClick xmlns:r="http://schemas.openxmlformats.org/officeDocument/2006/relationships" r:id="Rfebf08f8b7d64d46"/>
              </a:rPr>
              <a:t>jyz-web-production.up.railway.app</a:t>
            </a:r>
          </a:p>
        </p:txBody>
      </p:sp>
      <p:sp>
        <p:nvSpPr>
          <p:cNvPr id="7" name="Texto PANEL DEL NEGOCIO">
            <a:extLst xmlns:a="http://schemas.openxmlformats.org/drawingml/2006/main">
              <a:ext uri="{FF2B5EF4-FFF2-40B4-BE49-F238E27FC236}">
                <a16:creationId xmlns:a16="http://schemas.microsoft.com/office/drawing/2014/main" id="{9979EF4C-27F3-4E19-8361-00422AB9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6661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615B"/>
                </a:solidFill>
                <a:latin typeface="Arial"/>
                <a:ea typeface="Arial"/>
                <a:cs typeface="Arial"/>
              </a:rPr>
              <a:t>PANEL DEL NEGOCIO</a:t>
            </a:r>
          </a:p>
        </p:txBody>
      </p:sp>
      <p:sp>
        <p:nvSpPr>
          <p:cNvPr id="8" name="Texto jyz-web-production.up.railway.app/a">
            <a:extLst xmlns:a="http://schemas.openxmlformats.org/drawingml/2006/main">
              <a:ext uri="{FF2B5EF4-FFF2-40B4-BE49-F238E27FC236}">
                <a16:creationId xmlns:a16="http://schemas.microsoft.com/office/drawing/2014/main" id="{A201EED4-BE1D-4417-B605-F27B1A4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110D"/>
                </a:solidFill>
                <a:latin typeface="Arial"/>
                <a:ea typeface="Arial"/>
                <a:cs typeface="Arial"/>
                <a:hlinkClick xmlns:r="http://schemas.openxmlformats.org/officeDocument/2006/relationships" r:id="Rf9cacbd1f2da49cb"/>
              </a:rPr>
              <a:t>jyz-web-production.up.railway.app/admin/</a:t>
            </a:r>
          </a:p>
        </p:txBody>
      </p:sp>
      <p:sp>
        <p:nvSpPr>
          <p:cNvPr id="9" name="Texto El dominio de Railway ya permite us">
            <a:extLst xmlns:a="http://schemas.openxmlformats.org/drawingml/2006/main">
              <a:ext uri="{FF2B5EF4-FFF2-40B4-BE49-F238E27FC236}">
                <a16:creationId xmlns:a16="http://schemas.microsoft.com/office/drawing/2014/main" id="{26C132CF-C2C3-4342-9376-3F90A198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110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110D"/>
                </a:solidFill>
                <a:latin typeface="Arial"/>
                <a:ea typeface="Arial"/>
                <a:cs typeface="Arial"/>
              </a:rPr>
              <a:t>El dominio de Railway ya permite usar la web. Un dominio propio puede añadirse después.</a:t>
            </a:r>
          </a:p>
        </p:txBody>
      </p:sp>
    </p:spTree>
    <p:extLst>
      <p:ext uri="{BB962C8B-B14F-4D97-AF65-F5344CB8AC3E}">
        <p14:creationId xmlns:p14="http://schemas.microsoft.com/office/powerpoint/2010/main" val="1727595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2026-10-09T00:14:13.5850000Z</dcterms:created>
  <dcterms:modified xsi:type="dcterms:W3CDTF">2026-10-09T00:14:13.5850000Z</dcterms:modified>
</coreProperties>
</file>